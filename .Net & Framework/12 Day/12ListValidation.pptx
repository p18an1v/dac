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2637B-D131-4456-8677-714A684B7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9973D-7387-4A66-98E8-A63283C4A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BA75B-01DE-4B19-B6CC-9A398B2F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E7AA7-F8B5-458C-B437-9581DABB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53491-B55C-4048-82E4-D20BCDD9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41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81B5E-E754-4857-8783-F41DF7DB6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21F52-7282-4222-B67C-4AD6E6AF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5C076-13E0-46C8-BE7A-D08F51050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5653-D5FE-45E2-AA2C-B72DCDF9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51893-F004-403E-A1DF-78CBF1C5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47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58186-F790-440F-9E82-5FB001CFF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4F4A5-6585-4DBA-8F36-D91D8A910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CF828-D04D-4153-9B35-473D163F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5F94-B6A7-420E-B893-8B6CD7E48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FA3B2-1D8A-4A84-8F7E-0B45E66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27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5AFC2-36D6-4E21-8394-68E2ED094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E844F-1485-4662-A06B-E66637B5C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C9446E-2368-4DDD-933C-9C2BDC1A2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E60C9-C733-4B7D-9D14-1E504767D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74871-4FBA-4C95-BC96-420A3F83F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71A35-7B7D-4C4B-ABF0-E92408BA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10303-B15E-4300-869A-88483BAC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A57D1-FC88-4DD9-BE28-291FF91F7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5F0A01-EC04-4A37-A335-6CEEA2672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934978-5DBE-4C81-B1C5-160E0F021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50A25E-0B5B-464D-B615-3A6B1FC75A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3AD1C-7A19-4B65-AB55-ADA209EA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93CCC2-C4DA-47A6-95D5-5333E2445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2B6E6-FB0D-4374-B836-3A6EA2D2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6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31B3-63F3-4C1F-8173-39833043A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746667-25A9-4C9B-9C94-70F86EDA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8BFC22-207F-4053-825C-8DCD73A46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89DDC-CD1D-49DA-AE9A-FF66741E1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67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5AC89D-321B-4A5C-BA85-7721EE79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AA28B-CF58-4E99-9E3B-51C05106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E7FBE-23E9-429C-B5AD-667803E5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15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4AE1-CF89-4A2F-8D01-D916E655F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FC8C3-0B9D-447F-8E48-6D2570295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B1A75-DA02-4C4C-B189-6F92D2D6C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7B404-4125-4556-B7C5-C47704667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146B1-A509-411C-8F2D-B454D8CE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4AF73-4045-4878-8D99-38D9631E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80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58BA-7D15-42B3-9CA9-A4E93967E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D49E2-F2C2-4C60-BF81-A1DCDD447E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6E9FFE-7FD7-4023-9328-B97B55075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BBF0E-624E-48B3-BE4A-9D972EBC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EFB51-69FA-4C46-8432-31E76F9D2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EF4F6-9E85-44DA-BF0C-45796D82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24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2992-F5F5-49B7-806B-89A2ADC9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E05883-FA45-4E0A-82A4-6C7BE918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F7E8C-EEA8-464D-88D1-F0B01F57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9839A-2AC7-42CE-AEC7-168CEBA1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7AFA9-F062-4442-9E3C-9872D3EBC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5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D450E-8A5A-4406-9DB2-587A3E0D7E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4A4B2-835D-4F9F-9373-64E1B1E00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AE686-90DF-4A08-8374-3E21560F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2E2A3-CE4A-4DE0-A9D0-68A625F14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CB68D-2068-4915-A731-DC8FF986C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94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019C9-D040-445B-9F62-4A77166EE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1ADED-2251-4773-A350-86E791B08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49E65-3EAE-4F6C-9241-DCAB6E803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60488-16C8-432B-8791-D1B046C7D98A}" type="datetimeFigureOut">
              <a:rPr lang="en-IN" smtClean="0"/>
              <a:t>02-02-2023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63EF7-CDDF-455B-868B-EE745BD67E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7E88-C74C-4B31-A8D4-943913FCF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6FCF8-5D9E-458D-82D9-C4A38E1521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898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E4E2F-CFC7-42EF-82C1-AED7FE106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38AC0-B1CB-42D1-B43A-09FFCA2F9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961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D06E9-B02C-4D06-8E3B-ABB985BD1D14}"/>
              </a:ext>
            </a:extLst>
          </p:cNvPr>
          <p:cNvSpPr txBox="1"/>
          <p:nvPr/>
        </p:nvSpPr>
        <p:spPr>
          <a:xfrm>
            <a:off x="334297" y="351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required validation on a select list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E032F-6560-4FE1-BC46-DBCC8E300629}"/>
              </a:ext>
            </a:extLst>
          </p:cNvPr>
          <p:cNvSpPr txBox="1"/>
          <p:nvPr/>
        </p:nvSpPr>
        <p:spPr>
          <a:xfrm>
            <a:off x="334297" y="8280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Consider the following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Create Employee Form</a:t>
            </a:r>
            <a:endParaRPr lang="en-IN" dirty="0"/>
          </a:p>
        </p:txBody>
      </p:sp>
      <p:pic>
        <p:nvPicPr>
          <p:cNvPr id="1026" name="Picture 2" descr="select list validation in asp.net core">
            <a:extLst>
              <a:ext uri="{FF2B5EF4-FFF2-40B4-BE49-F238E27FC236}">
                <a16:creationId xmlns:a16="http://schemas.microsoft.com/office/drawing/2014/main" id="{18D487B7-E474-44E2-B5DC-C2C18BA7F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7" y="1675171"/>
            <a:ext cx="49625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BFF93C-4D13-43C7-8B98-53561161A63E}"/>
              </a:ext>
            </a:extLst>
          </p:cNvPr>
          <p:cNvSpPr txBox="1"/>
          <p:nvPr/>
        </p:nvSpPr>
        <p:spPr>
          <a:xfrm>
            <a:off x="5584722" y="6403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We want to make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"Department"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field required. Among the options, we want </a:t>
            </a:r>
            <a:r>
              <a:rPr lang="en-US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Please Select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as the first option. </a:t>
            </a:r>
            <a:r>
              <a:rPr lang="en-US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Please Select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is not a valid selection, it is just an option to prompt the user to select a valid department.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select list is bound to the following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Dept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2EA3B456-E5CF-4E23-8699-F5EB7F0D3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85" y="4737266"/>
            <a:ext cx="345112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enum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2B91A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None,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HR,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Payroll,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IT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4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0D201-AF18-46BF-9868-7653EE97CC42}"/>
              </a:ext>
            </a:extLst>
          </p:cNvPr>
          <p:cNvSpPr txBox="1"/>
          <p:nvPr/>
        </p:nvSpPr>
        <p:spPr>
          <a:xfrm>
            <a:off x="5761703" y="22800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 Select List HTML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3C2749-4C11-4AA4-B74C-DC42B4042395}"/>
              </a:ext>
            </a:extLst>
          </p:cNvPr>
          <p:cNvSpPr txBox="1"/>
          <p:nvPr/>
        </p:nvSpPr>
        <p:spPr>
          <a:xfrm>
            <a:off x="5761703" y="283402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Notice, we are using </a:t>
            </a:r>
            <a:r>
              <a:rPr lang="en-US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asp-items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tag helper to bind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select list to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Dept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enum</a:t>
            </a:r>
            <a:br>
              <a:rPr lang="en-US" dirty="0"/>
            </a:br>
            <a:endParaRPr lang="en-IN" dirty="0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A229EBAF-BB95-419C-AB4C-85E09505F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5614" y="3506159"/>
            <a:ext cx="603208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"&gt;&lt;/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asp-items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Html.GetEnumSelectList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&lt;Dept&gt;()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=""&gt;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Please 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asp-validation-for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Department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="text-danger"&gt;&lt;/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406665-D763-48AB-8524-8D6645B1E935}"/>
              </a:ext>
            </a:extLst>
          </p:cNvPr>
          <p:cNvSpPr txBox="1"/>
          <p:nvPr/>
        </p:nvSpPr>
        <p:spPr>
          <a:xfrm>
            <a:off x="2733366" y="5985262"/>
            <a:ext cx="94586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1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value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attribute of the </a:t>
            </a:r>
            <a:r>
              <a:rPr lang="en-US" sz="1600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Please Select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option element is set to an empty string. We are also using </a:t>
            </a:r>
            <a:r>
              <a:rPr lang="en-US" sz="1600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asp-validation-for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tag helper to display the validation error. To apply 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red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font-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clolor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to the validation error, we are using </a:t>
            </a:r>
            <a:r>
              <a:rPr lang="en-US" sz="1600" b="0" i="1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text-danger 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Bootstrap class.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4413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65CD0F-D0F5-488C-AEE5-4261FDA46750}"/>
              </a:ext>
            </a:extLst>
          </p:cNvPr>
          <p:cNvSpPr txBox="1"/>
          <p:nvPr/>
        </p:nvSpPr>
        <p:spPr>
          <a:xfrm>
            <a:off x="2939846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Making Select List Required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1F6A0-DD34-4FB3-AB7F-B7936C222EDF}"/>
              </a:ext>
            </a:extLst>
          </p:cNvPr>
          <p:cNvSpPr txBox="1"/>
          <p:nvPr/>
        </p:nvSpPr>
        <p:spPr>
          <a:xfrm>
            <a:off x="117988" y="292821"/>
            <a:ext cx="117397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Select List is bound to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property of the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model class.</a:t>
            </a:r>
          </a:p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To make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Select List required, apply [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] attribute on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of the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class.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6148A8D-A14A-403A-8A50-7F60C8E1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56" y="1440335"/>
            <a:ext cx="549623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Id {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Name {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Email {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Department {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76FC39-DBFA-4167-8476-F319A05D6080}"/>
              </a:ext>
            </a:extLst>
          </p:cNvPr>
          <p:cNvSpPr txBox="1"/>
          <p:nvPr/>
        </p:nvSpPr>
        <p:spPr>
          <a:xfrm>
            <a:off x="117988" y="42173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 this point if we run the project and submit the form without selecting a valid department from the select list we get the error -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value '' is invalid.</a:t>
            </a:r>
            <a:br>
              <a:rPr lang="en-US" dirty="0"/>
            </a:br>
            <a:endParaRPr lang="en-IN" dirty="0"/>
          </a:p>
        </p:txBody>
      </p:sp>
      <p:pic>
        <p:nvPicPr>
          <p:cNvPr id="2051" name="Picture 3" descr="asp.net core selectlist validation">
            <a:extLst>
              <a:ext uri="{FF2B5EF4-FFF2-40B4-BE49-F238E27FC236}">
                <a16:creationId xmlns:a16="http://schemas.microsoft.com/office/drawing/2014/main" id="{37876588-9851-4324-B36F-3F2649529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704" y="1304158"/>
            <a:ext cx="495300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868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C84636-40BC-4AE8-9E52-0B83CAD7777D}"/>
              </a:ext>
            </a:extLst>
          </p:cNvPr>
          <p:cNvSpPr txBox="1"/>
          <p:nvPr/>
        </p:nvSpPr>
        <p:spPr>
          <a:xfrm>
            <a:off x="0" y="0"/>
            <a:ext cx="11739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error that we are getting here is not the required validation error. To prove this, remove the [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] attribute from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of the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Employee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class and you will still get the same error.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D4F3D-01B9-45BC-9A9F-FF633492765C}"/>
              </a:ext>
            </a:extLst>
          </p:cNvPr>
          <p:cNvSpPr txBox="1"/>
          <p:nvPr/>
        </p:nvSpPr>
        <p:spPr>
          <a:xfrm>
            <a:off x="169606" y="1009612"/>
            <a:ext cx="116487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Let's first understand why we are getting this error -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The value '' is invalid.</a:t>
            </a:r>
          </a:p>
          <a:p>
            <a:pPr algn="l"/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The datatype of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is 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Dept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/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By default an </a:t>
            </a:r>
            <a:r>
              <a:rPr lang="en-US" b="0" i="0" dirty="0" err="1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enum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underlying data type is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An empty string is set as the value for </a:t>
            </a:r>
            <a:r>
              <a:rPr lang="en-US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Please Select</a:t>
            </a:r>
            <a:r>
              <a:rPr lang="en-US" b="0" i="0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option of the select list in the HTML.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So when this option </a:t>
            </a:r>
            <a:r>
              <a:rPr lang="en-US" b="0" i="1" dirty="0">
                <a:solidFill>
                  <a:srgbClr val="990000"/>
                </a:solidFill>
                <a:effectLst/>
                <a:latin typeface="arial" panose="020B0604020202020204" pitchFamily="34" charset="0"/>
              </a:rPr>
              <a:t>Please Select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is selected from the select list, the value empty string is used as the value for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whose underlying data type is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int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Obviously an 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empty string is not a valid value for int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This is the reason we get -</a:t>
            </a:r>
            <a:r>
              <a:rPr lang="en-US" b="0" i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The value '' is invalid.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Value types (such as </a:t>
            </a:r>
            <a:r>
              <a:rPr lang="en-US" sz="1600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int, float, decimal, </a:t>
            </a:r>
            <a:r>
              <a:rPr lang="en-US" sz="1600" b="1" i="0" dirty="0" err="1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DateTime</a:t>
            </a:r>
            <a:r>
              <a:rPr lang="en-US" sz="1600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) are inherently required and don't need the </a:t>
            </a:r>
            <a:r>
              <a:rPr lang="en-US" sz="1600" b="1" i="0" dirty="0">
                <a:solidFill>
                  <a:srgbClr val="3D85C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Required </a:t>
            </a:r>
            <a:r>
              <a:rPr lang="en-US" sz="1600" b="1" i="0" dirty="0">
                <a:solidFill>
                  <a:srgbClr val="333333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attribute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en-US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227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D5515A-D8F5-49D6-BF69-E104E8E7CE5C}"/>
              </a:ext>
            </a:extLst>
          </p:cNvPr>
          <p:cNvSpPr txBox="1"/>
          <p:nvPr/>
        </p:nvSpPr>
        <p:spPr>
          <a:xfrm>
            <a:off x="196646" y="96230"/>
            <a:ext cx="11759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Select List Required Validation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However, if you make the </a:t>
            </a:r>
            <a:r>
              <a:rPr lang="en-US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Department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property, a </a:t>
            </a:r>
            <a:r>
              <a:rPr lang="en-US" b="0" i="0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nullable 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property by including a question mark then the [</a:t>
            </a:r>
            <a:r>
              <a:rPr lang="en-US" b="0" i="0" dirty="0">
                <a:solidFill>
                  <a:srgbClr val="3D85C6"/>
                </a:solidFill>
                <a:effectLst/>
                <a:latin typeface="arial" panose="020B0604020202020204" pitchFamily="34" charset="0"/>
              </a:rPr>
              <a:t>Required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] attribute is needed to make the field a required field.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F35C9D-4310-4077-8BC8-026A6FE1C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75" y="1834148"/>
            <a:ext cx="4906296" cy="33547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B91A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Id {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Name {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Email {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Required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public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D85C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? Department {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}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we now submit the form with 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99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Please Select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 selected we get Required validation error as expected.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select list required validation in asp.net core">
            <a:extLst>
              <a:ext uri="{FF2B5EF4-FFF2-40B4-BE49-F238E27FC236}">
                <a16:creationId xmlns:a16="http://schemas.microsoft.com/office/drawing/2014/main" id="{199D396C-4ED0-4549-9D64-C032E82BF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505" y="1776412"/>
            <a:ext cx="49530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99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628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vidyanidhi school</cp:lastModifiedBy>
  <cp:revision>5</cp:revision>
  <dcterms:created xsi:type="dcterms:W3CDTF">2021-10-02T06:22:27Z</dcterms:created>
  <dcterms:modified xsi:type="dcterms:W3CDTF">2023-02-02T05:04:52Z</dcterms:modified>
</cp:coreProperties>
</file>