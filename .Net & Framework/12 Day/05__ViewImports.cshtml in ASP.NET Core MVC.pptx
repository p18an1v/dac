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7115D-7CEB-42EA-9E70-CD881E5576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7D4E06-3E2D-4BA5-9CE3-297A29F014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9734B-E9E0-4DBA-BA4F-3BA905780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AA20D-0EEA-4CC1-9214-D90D11C3DF92}" type="datetimeFigureOut">
              <a:rPr lang="en-IN" smtClean="0"/>
              <a:t>27-09-2023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909D-AB82-400E-8827-EA9DC46D9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CA81A-CC20-48DE-9DF9-4A8CC800C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37BB-FE2B-4739-831E-9A1B80778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8614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41C58-C85E-45A1-905F-2054C86FA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F4D59-0E4E-4997-A600-5F622C9A9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983E3-9ADE-4655-B7E8-E04155718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AA20D-0EEA-4CC1-9214-D90D11C3DF92}" type="datetimeFigureOut">
              <a:rPr lang="en-IN" smtClean="0"/>
              <a:t>27-09-2023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F8EF4-4FAF-49C2-B9D1-AA515C824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C20CE-9695-46D7-B694-2AB6AE9F2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37BB-FE2B-4739-831E-9A1B80778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321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8543F-FCDB-4B4A-A649-B0C74A807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C08AE3-BBED-4549-8E5D-B74940F2B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C8285-EF09-4319-A538-7DEF289A0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AA20D-0EEA-4CC1-9214-D90D11C3DF92}" type="datetimeFigureOut">
              <a:rPr lang="en-IN" smtClean="0"/>
              <a:t>27-09-2023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62ABF-F779-424A-9524-3A0AAF65E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BD11C-753C-408F-87B1-ADC413271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37BB-FE2B-4739-831E-9A1B80778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201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FCEC0-CB4F-40A3-B62D-718E48CDE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4F113-D4B4-4549-A31E-7D3012549C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03C97E-877A-4C6A-A109-490B1AAFE5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69D86-6421-4E9C-BC91-CAEC02586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AA20D-0EEA-4CC1-9214-D90D11C3DF92}" type="datetimeFigureOut">
              <a:rPr lang="en-IN" smtClean="0"/>
              <a:t>27-09-2023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5E0FD3-7075-4DEA-8898-DB371124E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F1FB6F-54C0-4EFD-B470-F152F157E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37BB-FE2B-4739-831E-9A1B80778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100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8B896-0CFE-46EF-9C40-CFB34287A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4926A-5B40-4290-B8B5-2D114C94C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282AE1-B739-4526-B70F-0530D6A2C3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57FFC7-6E12-4199-8DE2-A04D812BB2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6F7FCE-984B-4D92-A99D-84FBBB34F5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F5B43C-F692-4CD3-AF89-3C7C4D09B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AA20D-0EEA-4CC1-9214-D90D11C3DF92}" type="datetimeFigureOut">
              <a:rPr lang="en-IN" smtClean="0"/>
              <a:t>27-09-2023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5547AD-D194-40FF-8CB2-AC2574F74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B50426-87F1-4979-8F7A-D5BAAD409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37BB-FE2B-4739-831E-9A1B80778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881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1E783-763F-4D2F-96F2-504ADF6FC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040E86-5295-4D77-9846-FFB65049E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AA20D-0EEA-4CC1-9214-D90D11C3DF92}" type="datetimeFigureOut">
              <a:rPr lang="en-IN" smtClean="0"/>
              <a:t>27-09-2023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941572-7B16-4DEA-9A70-5F662C8E4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3E1E16-EA2D-4509-93C9-34C1D88CC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37BB-FE2B-4739-831E-9A1B80778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696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358B3C-C2FC-4961-B232-F275F4CAD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AA20D-0EEA-4CC1-9214-D90D11C3DF92}" type="datetimeFigureOut">
              <a:rPr lang="en-IN" smtClean="0"/>
              <a:t>27-09-2023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3D11FD-5CB6-47A9-8722-70F717F94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F5F2A-8EE4-4510-A930-52FA315D4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37BB-FE2B-4739-831E-9A1B80778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958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2585E-BDC9-4C44-85A0-A95AA497B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90DBF-CB87-4928-91EC-9407B14DB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FF4F43-F6F2-4714-8236-A635DCDFBF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16ACCD-2A4F-4506-8F5B-A0AF2E2EF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AA20D-0EEA-4CC1-9214-D90D11C3DF92}" type="datetimeFigureOut">
              <a:rPr lang="en-IN" smtClean="0"/>
              <a:t>27-09-2023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039751-500E-44B5-82D4-3DB3DFDFC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B814B4-2EA1-4B6A-B811-A609E7720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37BB-FE2B-4739-831E-9A1B80778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956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F3452-FE55-4ACA-8863-033C5C88F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F71DD6-EC7E-420A-9EBE-47F6A4EF6F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A6DA2D-D210-4B5F-A537-7D3B40EFD5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C6E673-C1CD-4F7A-917B-5C02C1994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AA20D-0EEA-4CC1-9214-D90D11C3DF92}" type="datetimeFigureOut">
              <a:rPr lang="en-IN" smtClean="0"/>
              <a:t>27-09-2023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1FE4D8-79AE-46E7-899C-07528FF06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A04A95-9350-486C-94C4-D4B805178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37BB-FE2B-4739-831E-9A1B80778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063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AF94A-97D3-4000-B1AD-FBA4D67E9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07AABF-8CDC-429D-81D1-5A97BBFE74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5CC09-D2AC-46EB-95A7-68CB54567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AA20D-0EEA-4CC1-9214-D90D11C3DF92}" type="datetimeFigureOut">
              <a:rPr lang="en-IN" smtClean="0"/>
              <a:t>27-09-2023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63EC7-F9C8-4456-86A4-F6ABEC952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2298B-9430-4223-BB15-BCA247BEB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37BB-FE2B-4739-831E-9A1B80778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250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AB6936-A82C-4B80-A2E4-E557879ACA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026813-0D0D-4854-AB2D-C77593051C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9D6B8-7625-4D47-B353-14EF1EB5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AA20D-0EEA-4CC1-9214-D90D11C3DF92}" type="datetimeFigureOut">
              <a:rPr lang="en-IN" smtClean="0"/>
              <a:t>27-09-2023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C7317-9DDD-43C7-A195-078F48298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AE5AB-5B7B-4CF8-A0B4-B1B376C35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37BB-FE2B-4739-831E-9A1B80778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138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4AB4C-E201-4916-B435-12860D3E0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6A36D-2AFD-4D2D-B769-FAE2C100A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E6283-0428-40F7-84FD-A4D99892B1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3AA20D-0EEA-4CC1-9214-D90D11C3DF92}" type="datetimeFigureOut">
              <a:rPr lang="en-IN" smtClean="0"/>
              <a:t>27-09-2023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2D8C5-2419-4AB5-AE00-B54F53B4C1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23F14-9C63-4AE6-B2F6-7A13237943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7537BB-FE2B-4739-831E-9A1B807783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743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70A09-A788-4FE5-AF18-318F64D4C6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37CFD7-1E8D-402D-B956-C2FD25CE45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8760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B74B781-1EC6-4771-9038-B46993D2DF66}"/>
              </a:ext>
            </a:extLst>
          </p:cNvPr>
          <p:cNvSpPr txBox="1"/>
          <p:nvPr/>
        </p:nvSpPr>
        <p:spPr>
          <a:xfrm>
            <a:off x="162232" y="373229"/>
            <a:ext cx="118675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_</a:t>
            </a:r>
            <a:r>
              <a:rPr lang="en-US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ViewImports.cshtml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file is usually placed in the 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Views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folder. It is used to include the common namespaces so we do not have to include them in every view that needs those namespaces. </a:t>
            </a:r>
            <a:endParaRPr lang="en-IN" dirty="0"/>
          </a:p>
        </p:txBody>
      </p:sp>
      <p:pic>
        <p:nvPicPr>
          <p:cNvPr id="1026" name="Picture 2" descr="_ViewImports.cshtml in ASP.NET Core MVC">
            <a:extLst>
              <a:ext uri="{FF2B5EF4-FFF2-40B4-BE49-F238E27FC236}">
                <a16:creationId xmlns:a16="http://schemas.microsoft.com/office/drawing/2014/main" id="{4469A3C2-E480-4439-8345-E81A46340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543" y="1603273"/>
            <a:ext cx="2476500" cy="201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C3B714-DF45-4AC0-B2B8-A5B7078F3025}"/>
              </a:ext>
            </a:extLst>
          </p:cNvPr>
          <p:cNvSpPr txBox="1"/>
          <p:nvPr/>
        </p:nvSpPr>
        <p:spPr>
          <a:xfrm>
            <a:off x="4119716" y="1252704"/>
            <a:ext cx="782647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For example, if we include the following 2 namespaces in the </a:t>
            </a:r>
            <a:r>
              <a:rPr lang="en-US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ViewImports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file, then all the types in these 2 namespaces are available to every view in the 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"Home"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folder without having to type the fully qualified name of the Type. 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@</a:t>
            </a:r>
            <a:r>
              <a:rPr lang="en-US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using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EmployeeManagement.Models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@</a:t>
            </a:r>
            <a:r>
              <a:rPr lang="en-US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using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EmployeeManagement.ViewModels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;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Notice, @</a:t>
            </a:r>
            <a:r>
              <a:rPr lang="en-US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using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directive is used to include the common namespaces. In addition to @</a:t>
            </a:r>
            <a:r>
              <a:rPr lang="en-US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using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directive, </a:t>
            </a:r>
            <a:r>
              <a:rPr lang="en-US" b="0" i="0" dirty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_</a:t>
            </a:r>
            <a:r>
              <a:rPr lang="en-US" b="0" i="0" dirty="0" err="1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ViewImports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file also supports the following directives.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@addTagHelper</a:t>
            </a:r>
            <a:br>
              <a:rPr 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US" b="0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@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tagHelperPrefix</a:t>
            </a:r>
            <a:b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@model</a:t>
            </a:r>
            <a:b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@inherits</a:t>
            </a:r>
            <a:b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@inject</a:t>
            </a:r>
            <a:endParaRPr lang="en-US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4744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5923D0C-83B9-456D-AAA2-E54E5AF3F0B5}"/>
              </a:ext>
            </a:extLst>
          </p:cNvPr>
          <p:cNvSpPr txBox="1"/>
          <p:nvPr/>
        </p:nvSpPr>
        <p:spPr>
          <a:xfrm>
            <a:off x="334297" y="391198"/>
            <a:ext cx="115430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_</a:t>
            </a:r>
            <a:r>
              <a:rPr lang="en-US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ViewImports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file is hierarchical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Just like, </a:t>
            </a:r>
            <a:r>
              <a:rPr lang="en-US" b="0" i="0" dirty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_</a:t>
            </a:r>
            <a:r>
              <a:rPr lang="en-US" b="0" i="0" dirty="0" err="1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ViewStart</a:t>
            </a:r>
            <a:r>
              <a:rPr lang="en-US" b="0" i="0" dirty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file, </a:t>
            </a:r>
            <a:r>
              <a:rPr lang="en-US" b="0" i="0" dirty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_</a:t>
            </a:r>
            <a:r>
              <a:rPr lang="en-US" b="0" i="0" dirty="0" err="1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ViewImports</a:t>
            </a:r>
            <a:r>
              <a:rPr lang="en-US" b="0" i="0" dirty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file is also hierarchical. In addition to placing it in the Views folder, we can also place another _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ViewImports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in the "Home" sub-folder in the Views folder. </a:t>
            </a:r>
            <a:endParaRPr lang="en-IN" dirty="0"/>
          </a:p>
        </p:txBody>
      </p:sp>
      <p:pic>
        <p:nvPicPr>
          <p:cNvPr id="2050" name="Picture 2" descr="_viewimports hierarchy">
            <a:extLst>
              <a:ext uri="{FF2B5EF4-FFF2-40B4-BE49-F238E27FC236}">
                <a16:creationId xmlns:a16="http://schemas.microsoft.com/office/drawing/2014/main" id="{2027A33F-DC43-4C21-9073-ED92351BE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068" y="2000864"/>
            <a:ext cx="2771775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EAEFFBB-864B-4207-B24F-47B2611BAD90}"/>
              </a:ext>
            </a:extLst>
          </p:cNvPr>
          <p:cNvSpPr txBox="1"/>
          <p:nvPr/>
        </p:nvSpPr>
        <p:spPr>
          <a:xfrm>
            <a:off x="274842" y="4826675"/>
            <a:ext cx="1154307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The settings specified in the </a:t>
            </a:r>
            <a:r>
              <a:rPr lang="en-US" b="0" i="0" dirty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_</a:t>
            </a:r>
            <a:r>
              <a:rPr lang="en-US" b="0" i="0" dirty="0" err="1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ViewImports</a:t>
            </a:r>
            <a:r>
              <a:rPr lang="en-US" b="0" i="0" dirty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file in the </a:t>
            </a:r>
            <a:r>
              <a:rPr lang="en-US" b="1" i="0" dirty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Home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sub-folder overwrites the settings specified in the _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ViewImports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file in the Views folder. </a:t>
            </a:r>
            <a:br>
              <a:rPr lang="en-US" dirty="0"/>
            </a:br>
            <a:br>
              <a:rPr lang="en-US" dirty="0"/>
            </a:b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Please note :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If a setting is specified in the view itself, then that setting overrides the matching settings in the parent _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ViewImports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files in the folder hierarchy.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7746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254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Ketki Acharya</dc:creator>
  <cp:lastModifiedBy>vidyanidhi school</cp:lastModifiedBy>
  <cp:revision>3</cp:revision>
  <dcterms:created xsi:type="dcterms:W3CDTF">2021-10-01T21:17:34Z</dcterms:created>
  <dcterms:modified xsi:type="dcterms:W3CDTF">2023-09-27T05:22:48Z</dcterms:modified>
</cp:coreProperties>
</file>