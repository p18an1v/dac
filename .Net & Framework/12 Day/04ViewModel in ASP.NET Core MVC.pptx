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4F3D-CD85-4BB8-AB25-01AFBAF52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1CAC4-C429-4CC5-BDC7-A9999791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1304B-0884-41B8-80CD-9C607AD3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CF7F0-8337-43D9-A712-D79504F3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E3A76-F30F-4D7D-B395-D36877085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82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9682-96CF-4F8A-B810-4CEA1B5A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E5AC-924C-495A-AF77-4B50CDE1B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8E230-3BF5-4041-BD79-91BA4291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49CF3-4063-4EFC-9652-DDBE477E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CF80-0C3D-4AF8-ABE4-F9EC7106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6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A088-8227-4DFE-814F-A47C41FE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65A10-6B64-4306-8181-E0FCCBC0C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4412C-0AF8-4A78-AE0B-642F8E0C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CDE95-692A-419C-AB06-F6702683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CD37D-6D9D-4F0C-98EF-59AFFBE5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84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50C0-9B98-40B1-B7A7-06E60EE3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3A61-1421-4D75-ACF5-0FD97336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69895-E663-4C33-8539-66117D142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837DF-5AB0-4448-8B54-2CF17358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D998B-F7CE-46C3-9EC7-E5AED221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CDF9C-033B-4159-A2ED-221ACB2F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98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3CB6-FF46-47C7-B9C9-46A908EE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5BF7C-DA48-417D-9990-6961DC534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D62E6-B227-4616-8212-E2B8FDD7F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436B1-F103-4C02-B125-D1C7DC6AF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516A0-5B25-44E5-A108-E9DBFA253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1DA27-BDEB-4D1A-ADFC-5E7E92A0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C7B74-092E-4CF7-AD71-543BB8E4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E1F66-C438-4890-8602-94686130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68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AF90-9780-4F87-B8CE-69F57794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8878-109E-4EDA-8CFF-A499803E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74D5F-B8D0-414F-A1FE-D11943F5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A7246-D2D6-48B6-947E-6B02B2B7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9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4D1F9-450C-43EE-94FF-3A4416A6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4B3C3-8539-421B-A84A-0771DB4A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44B5-97E8-4085-A23A-629AB8B1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6813-64E9-4446-AED8-ECB7558C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D0DB4-286E-48FF-AA3F-BC5992A27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E3-7D7E-4F6E-80C1-2A7A9A0B2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2B1BE-B8D6-480C-BBD4-1CFD241C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9A93D-6905-4895-A187-1F39087F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E56E-0E88-470E-9B22-98D7D3C7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89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2046-20E3-4F56-B7C3-B6CA87EE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4CF8A-D886-4AE4-938D-AE766B3BB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40332-B8C5-4122-95D5-776114C2B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B7705-FA64-4452-A44C-794A9362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26A77-93B9-47C7-A82A-2A7E28C3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30311-41AF-4CAA-A7AA-C154033D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5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3718-9D45-4ACB-A130-A11BF795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B14D8-9F6A-4E03-A2B0-52279E740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BB1D-8F11-4688-B7C7-2BE09417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30E8-5E0E-4677-987E-413C0BFF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C5882-2C6D-44AD-9599-08EDED02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8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D8AEF-4513-429F-87D2-FAE4E1747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DBF76-4F41-45A6-8B90-1C554F4C7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46C62-252C-4ED3-92B8-ACB8EB9B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B2ACB-481A-4D3F-AF65-B694ACA1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FD19E-F986-4957-8502-172F00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9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9A3EE-23A7-459B-83DF-35A50881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BEC1D-FA65-405E-890C-7B5AE6189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644FF-51EF-463D-AEAC-D270F5246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06B2A-4A84-4B00-BD3B-8C89D44A1F21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45DB-8337-4307-9159-81849EFBE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5E0B-0960-48D3-902D-5FC08101F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DB1D5-CFE5-476D-942B-F26AC7819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70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71F8C0-E3A8-4477-8449-C1448E06DC33}"/>
              </a:ext>
            </a:extLst>
          </p:cNvPr>
          <p:cNvSpPr txBox="1"/>
          <p:nvPr/>
        </p:nvSpPr>
        <p:spPr>
          <a:xfrm>
            <a:off x="321514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Why do we need a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in ASP.NET Core MVC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4914F-3328-4748-8EBB-567321C62F36}"/>
              </a:ext>
            </a:extLst>
          </p:cNvPr>
          <p:cNvSpPr txBox="1"/>
          <p:nvPr/>
        </p:nvSpPr>
        <p:spPr>
          <a:xfrm>
            <a:off x="285135" y="536534"/>
            <a:ext cx="11621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 some cases, a model object may not contain all the data a view needs. This is when we create a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It contains all the data a view needs.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E210C-584C-44ED-BC9E-6ADBEEEC12B1}"/>
              </a:ext>
            </a:extLst>
          </p:cNvPr>
          <p:cNvSpPr txBox="1"/>
          <p:nvPr/>
        </p:nvSpPr>
        <p:spPr>
          <a:xfrm>
            <a:off x="78658" y="14457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Consider the following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Details()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action method. Notice, we are passing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details and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the View. We are using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model object to pass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details and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ViewBag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pass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66329-DA43-4F2D-9074-7200174C1707}"/>
              </a:ext>
            </a:extLst>
          </p:cNvPr>
          <p:cNvSpPr txBox="1"/>
          <p:nvPr/>
        </p:nvSpPr>
        <p:spPr>
          <a:xfrm>
            <a:off x="6656438" y="1076461"/>
            <a:ext cx="49849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 class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HomeController</a:t>
            </a:r>
            <a:r>
              <a:rPr lang="en-IN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IN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Controller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{</a:t>
            </a:r>
            <a:br>
              <a:rPr lang="en-IN" dirty="0"/>
            </a:br>
            <a:r>
              <a:rPr lang="en-IN" b="0" i="0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    // Other Code</a:t>
            </a:r>
            <a:br>
              <a:rPr lang="en-IN" dirty="0"/>
            </a:br>
            <a:b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 </a:t>
            </a: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ViewResult</a:t>
            </a:r>
            <a:r>
              <a:rPr lang="en-IN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Details()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{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model = _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employeeRepository.GetEmployee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(1);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ViewBag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.PageTitle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= </a:t>
            </a:r>
            <a:r>
              <a:rPr lang="en-IN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"Employee Details"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IN" dirty="0"/>
            </a:br>
            <a:b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return 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View(model);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3D2D2-0B8E-4C48-B0E3-2E2437A0D402}"/>
              </a:ext>
            </a:extLst>
          </p:cNvPr>
          <p:cNvSpPr txBox="1"/>
          <p:nvPr/>
        </p:nvSpPr>
        <p:spPr>
          <a:xfrm>
            <a:off x="285135" y="4769780"/>
            <a:ext cx="11061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US" b="0" i="0" dirty="0" err="1">
                <a:solidFill>
                  <a:srgbClr val="6FA8DC"/>
                </a:solidFill>
                <a:effectLst/>
                <a:latin typeface="arial" panose="020B0604020202020204" pitchFamily="34" charset="0"/>
              </a:rPr>
              <a:t>ViewBag</a:t>
            </a:r>
            <a:r>
              <a:rPr lang="en-US" b="0" i="0" dirty="0">
                <a:solidFill>
                  <a:srgbClr val="6FA8DC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pass data from a controller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a 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creates a loosely typed view and as a result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we will not have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intellisense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and compile-time type and error checking.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It does not make any sense, to include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in the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class, because an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 should only contain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related properties.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BB4340-7993-4C1C-9998-DED7B79CCAEB}"/>
              </a:ext>
            </a:extLst>
          </p:cNvPr>
          <p:cNvSpPr txBox="1"/>
          <p:nvPr/>
        </p:nvSpPr>
        <p:spPr>
          <a:xfrm>
            <a:off x="-2" y="6135780"/>
            <a:ext cx="11346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This is when we create a class, that contains all the data a view needs. This class is called a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03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CEEBFC-58B4-4547-A685-585D897F680D}"/>
              </a:ext>
            </a:extLst>
          </p:cNvPr>
          <p:cNvSpPr txBox="1"/>
          <p:nvPr/>
        </p:nvSpPr>
        <p:spPr>
          <a:xfrm>
            <a:off x="3224981" y="-90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 err="1"/>
              <a:t>ViewModel</a:t>
            </a:r>
            <a:r>
              <a:rPr lang="en-IN" b="1" dirty="0"/>
              <a:t>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D572F-28B7-459B-A77F-EA793F5670DC}"/>
              </a:ext>
            </a:extLst>
          </p:cNvPr>
          <p:cNvSpPr txBox="1"/>
          <p:nvPr/>
        </p:nvSpPr>
        <p:spPr>
          <a:xfrm>
            <a:off x="172064" y="311327"/>
            <a:ext cx="118478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classes can live anywhere in your ASP.NET Core MVC project, but to keep things better organized, we usually place them in a folder that is named </a:t>
            </a:r>
            <a:r>
              <a:rPr lang="en-US" b="1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ViewModels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We named the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We have the word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"Home"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in the name, because, the name of the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Controller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is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HomeController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The word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"Details"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because, the name of the action method is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Details()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class contains all the data the view needs. In general, we use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shuttle data between a View and a Controller. For this reason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are also called as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Data Transfer Objects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or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DTO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in short.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21672-922A-42BB-8CE7-F402799246A6}"/>
              </a:ext>
            </a:extLst>
          </p:cNvPr>
          <p:cNvSpPr txBox="1"/>
          <p:nvPr/>
        </p:nvSpPr>
        <p:spPr>
          <a:xfrm>
            <a:off x="78658" y="2682736"/>
            <a:ext cx="11670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can now use this </a:t>
            </a:r>
            <a:r>
              <a:rPr lang="en-US" dirty="0" err="1"/>
              <a:t>ViewModel</a:t>
            </a:r>
            <a:r>
              <a:rPr lang="en-US" dirty="0"/>
              <a:t> to pass both Employee details and </a:t>
            </a:r>
            <a:r>
              <a:rPr lang="en-US" dirty="0" err="1"/>
              <a:t>PageTitle</a:t>
            </a:r>
            <a:r>
              <a:rPr lang="en-US" dirty="0"/>
              <a:t> from the Controller to the View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A538E-C6DF-4A2D-A91B-A771E985F989}"/>
              </a:ext>
            </a:extLst>
          </p:cNvPr>
          <p:cNvSpPr txBox="1"/>
          <p:nvPr/>
        </p:nvSpPr>
        <p:spPr>
          <a:xfrm>
            <a:off x="176981" y="3084187"/>
            <a:ext cx="55257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namespace 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EmployeeManagement.</a:t>
            </a: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ViewModels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{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 class </a:t>
            </a:r>
            <a:r>
              <a:rPr lang="en-IN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HomeDetailsViewModel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{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 </a:t>
            </a:r>
            <a:r>
              <a:rPr lang="en-IN" b="0" i="1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{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get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set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 }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 string 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{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get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IN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set</a:t>
            </a: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 }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IN" dirty="0"/>
            </a:br>
            <a:r>
              <a:rPr lang="en-I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61404-AEE4-479E-9181-47DC731215EF}"/>
              </a:ext>
            </a:extLst>
          </p:cNvPr>
          <p:cNvSpPr txBox="1"/>
          <p:nvPr/>
        </p:nvSpPr>
        <p:spPr>
          <a:xfrm>
            <a:off x="78658" y="5392511"/>
            <a:ext cx="55257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 is in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EmployeeManagement.Models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namespace, so please don't forget to include the following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statement.</a:t>
            </a:r>
            <a:br>
              <a:rPr lang="en-US" dirty="0"/>
            </a:br>
            <a:r>
              <a:rPr lang="en-US" b="0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using </a:t>
            </a:r>
            <a:r>
              <a:rPr lang="en-US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EmployeeManagement.Models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;</a:t>
            </a:r>
            <a:endParaRPr lang="en-US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5F6F70-422A-4830-95B0-9FC0EC9853CC}"/>
              </a:ext>
            </a:extLst>
          </p:cNvPr>
          <p:cNvSpPr txBox="1"/>
          <p:nvPr/>
        </p:nvSpPr>
        <p:spPr>
          <a:xfrm>
            <a:off x="6980904" y="29771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IN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- Controller Code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A0B91-5FBE-4AB8-BD68-8960557F3C10}"/>
              </a:ext>
            </a:extLst>
          </p:cNvPr>
          <p:cNvSpPr txBox="1"/>
          <p:nvPr/>
        </p:nvSpPr>
        <p:spPr>
          <a:xfrm>
            <a:off x="5476569" y="3429000"/>
            <a:ext cx="653845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public </a:t>
            </a:r>
            <a:r>
              <a:rPr lang="en-IN" sz="1600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ViewResult</a:t>
            </a:r>
            <a:r>
              <a:rPr lang="en-IN" sz="1600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Details()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{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sz="1600" b="0" i="0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// Instantiate </a:t>
            </a:r>
            <a:r>
              <a:rPr lang="en-IN" sz="1600" b="0" i="0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IN" sz="1600" b="0" i="0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and store Employee details and </a:t>
            </a:r>
            <a:r>
              <a:rPr lang="en-IN" sz="1600" b="0" i="0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PageTitle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sz="1600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IN" sz="1600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= 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new </a:t>
            </a:r>
            <a:r>
              <a:rPr lang="en-IN" sz="1600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()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{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 </a:t>
            </a:r>
            <a:r>
              <a:rPr lang="en-IN" sz="1600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= _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employeeRepository.GetEmployee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(1),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= </a:t>
            </a:r>
            <a:r>
              <a:rPr lang="en-IN" sz="1600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"Employee Details"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 };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sz="1600" b="0" i="0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// Pass the </a:t>
            </a:r>
            <a:r>
              <a:rPr lang="en-IN" sz="1600" b="0" i="0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IN" sz="1600" b="0" i="0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object to the View() helper method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   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return 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View(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);</a:t>
            </a:r>
            <a:b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}</a:t>
            </a:r>
            <a:endParaRPr lang="en-I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636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E60640-10D8-4763-95AB-CAF5E4A20890}"/>
              </a:ext>
            </a:extLst>
          </p:cNvPr>
          <p:cNvSpPr txBox="1"/>
          <p:nvPr/>
        </p:nvSpPr>
        <p:spPr>
          <a:xfrm>
            <a:off x="226141" y="240323"/>
            <a:ext cx="52307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- View Code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view has access to the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object that the controller has passed using the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View()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helper method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Using the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model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directive, set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HomeDetailsViewModel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as the Model for the view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We can then access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details and </a:t>
            </a:r>
            <a:r>
              <a:rPr lang="en-US" b="0" i="0" dirty="0" err="1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PageTitle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uisng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property 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Please note,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model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directive has a lowercase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"m"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and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Model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has a capital letter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"M"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D106C46-AFC8-4445-B579-9ED3CBAF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903" y="529933"/>
            <a:ext cx="6292645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@model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EmployeeManagement.ViewModels.HomeDetailsViewModel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@Model.PageTitle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Name : @Model.Employee.Name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Email : @Model.Employee.Email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Department : @Model.Employee.Department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24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682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vidyanidhi school</cp:lastModifiedBy>
  <cp:revision>5</cp:revision>
  <dcterms:created xsi:type="dcterms:W3CDTF">2021-10-01T20:56:04Z</dcterms:created>
  <dcterms:modified xsi:type="dcterms:W3CDTF">2023-02-04T07:35:33Z</dcterms:modified>
</cp:coreProperties>
</file>