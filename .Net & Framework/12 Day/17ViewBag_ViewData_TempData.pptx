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891E-50C7-4261-A5F6-E23031B6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0FE98-65DB-459D-AA01-E12F82097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37D8C-241C-4EBD-BB94-B2666FBB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AF09-E476-4A24-83AA-DA1452FA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7BF5-2E3C-4DE0-AC9A-A9721D35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6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CEFA-41F4-4BF4-8B26-6F4B6EC2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8D3F-2F55-4987-B3E5-BE2A9347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EBB93-5657-443C-B548-ABAA8CFC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0DBB-09E3-4C25-B607-05609413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ADC4-8121-4159-A497-457A0026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E8F5-5EFD-446B-B53E-777BD58B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CC03-0DC5-42F7-8906-0B62EB42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46221-6D92-4ABB-A4FD-37645EC0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1684D-71E9-43DE-8BDE-006BB9DE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A2A8F-468D-44A8-9C85-BAA76A13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DD17-441E-42F2-8B39-5EE574E7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A714-A883-499F-B4BE-75640B506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5FE2-67C6-4113-9A07-4FD878036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EE90-349C-4338-9FEE-13FBFE1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CCA3C-2394-4D1E-8451-D6D663E4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2368-E860-4345-825A-63B5365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5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E1A2-5C91-4ADA-811F-FAF7BF4E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2CD2-F348-43B3-8021-0C63EF0C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5EDF3-43D5-4A9C-8904-5D97F0FC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A98307-F5FD-4DAB-B131-F27D1AFB5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75A47-DF31-44DC-9840-4D5315B31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D395E-1C3D-4346-96FE-E732D808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53F2D-2EF0-43EC-81A8-66EDE335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77F12-1497-44E4-B763-FB21A9FE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5D75-6D52-49A7-9ECA-49B4E4E8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EB04D-1EF3-497D-86C4-2C2DF7AC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A1260-784D-4B7A-9EDD-E7463109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C3B7D-D5FE-461C-B1F5-B3FA5A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9CAFD-F601-4A71-A20C-D8E6837A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4757A-1A9D-4B47-8124-29EEBCD3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8B362-704B-42A5-A5A5-78D928B6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85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32B7-0C16-4BC1-BEF9-5D21DAD2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EEF4-335F-4B36-9136-A5178E61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90D07-1C18-4B1C-BEE8-EA97DB735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C95E8-0531-4538-A6C2-B51C1B8E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715F2-EE94-455F-9821-BB281EC1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154B6-E85B-4EF8-902C-3603177F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6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EFB2-41BC-44ED-AD3D-AC7ABF6E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75E82-160E-4710-BADF-37FE9BBF7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B0E3E-6695-43AE-965B-6F18DD40C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1AEBF-8A1B-49CA-94BD-1917CD43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57F36-B316-413A-BE10-931265E1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C9DF4-D292-412D-B706-4DC8012F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1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E202-FC64-4AC9-84FA-04ACFBB6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2953-7930-4B14-99B9-6807C87E3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1F924-2B4D-47A0-BFCF-37575903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3780-3304-4C24-891B-67A9C08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7F5BA-253F-411B-B083-16D55659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55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C291F-CAA7-4B5A-9FD3-909D33DA4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ADF49-9DB4-47E0-9650-DAEC8D951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1D63-C7EB-4A5C-9550-4F17D1F5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65ED-1BB7-4238-B55C-C0A4873E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FBF3-9717-44B7-839F-CAAD5F3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9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ED61D-6AAB-4063-A359-0AD2091A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F52F-BAB4-4C2F-B4BE-D73D76CE2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9E97-B7E5-423F-AD4C-706DE7C38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ADE67-3062-4043-B5FE-5BDD3641F378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28D9D-C4F8-4E14-B728-C1077469A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259F8-9B9F-41BB-9C9A-A19CCAD72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4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1748D0-C09C-49C6-B65E-2302BA6D99A2}"/>
              </a:ext>
            </a:extLst>
          </p:cNvPr>
          <p:cNvSpPr txBox="1"/>
          <p:nvPr/>
        </p:nvSpPr>
        <p:spPr>
          <a:xfrm>
            <a:off x="422787" y="1667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1. What is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2. What is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3. Difference between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CC305-EE91-4747-B0F8-C149938EB060}"/>
              </a:ext>
            </a:extLst>
          </p:cNvPr>
          <p:cNvSpPr txBox="1"/>
          <p:nvPr/>
        </p:nvSpPr>
        <p:spPr>
          <a:xfrm>
            <a:off x="235973" y="1291184"/>
            <a:ext cx="115332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both are short life value become null when  redirection occurs  </a:t>
            </a:r>
          </a:p>
          <a:p>
            <a:endParaRPr lang="en-US" dirty="0"/>
          </a:p>
          <a:p>
            <a:r>
              <a:rPr lang="en-US" dirty="0"/>
              <a:t>Both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are used to pass data from </a:t>
            </a:r>
            <a:r>
              <a:rPr lang="en-US" b="1" dirty="0"/>
              <a:t>a controller to a view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ViewData</a:t>
            </a:r>
            <a:r>
              <a:rPr lang="en-US" dirty="0"/>
              <a:t> is a dictionary of objects that are stored and retrieved using strings as keys. </a:t>
            </a:r>
          </a:p>
          <a:p>
            <a:endParaRPr lang="en-US" dirty="0"/>
          </a:p>
          <a:p>
            <a:r>
              <a:rPr lang="en-US" dirty="0"/>
              <a:t>The syntax of </a:t>
            </a:r>
            <a:r>
              <a:rPr lang="en-US" dirty="0" err="1"/>
              <a:t>ViewData</a:t>
            </a:r>
            <a:r>
              <a:rPr lang="en-US" dirty="0"/>
              <a:t> is very similar to that of </a:t>
            </a:r>
            <a:r>
              <a:rPr lang="en-US" dirty="0" err="1"/>
              <a:t>ViewState</a:t>
            </a:r>
            <a:r>
              <a:rPr lang="en-US" dirty="0"/>
              <a:t>, </a:t>
            </a:r>
            <a:r>
              <a:rPr lang="en-US" dirty="0" err="1"/>
              <a:t>SessionState</a:t>
            </a:r>
            <a:r>
              <a:rPr lang="en-US" dirty="0"/>
              <a:t> and </a:t>
            </a:r>
            <a:r>
              <a:rPr lang="en-US" dirty="0" err="1"/>
              <a:t>ApplicationState</a:t>
            </a:r>
            <a:r>
              <a:rPr lang="en-US" dirty="0"/>
              <a:t> of </a:t>
            </a:r>
            <a:r>
              <a:rPr lang="en-US" dirty="0" err="1"/>
              <a:t>ASP.NetWebform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requires typecasting for complex datatype and check for null values to avoid error</a:t>
            </a:r>
          </a:p>
          <a:p>
            <a:r>
              <a:rPr lang="en-US" dirty="0"/>
              <a:t>// Storing data in </a:t>
            </a:r>
            <a:r>
              <a:rPr lang="en-US" dirty="0" err="1"/>
              <a:t>ViewData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does not provide compile time error checking. For example, if you mis-spell the key names you wouldn't get any compile time error. You get to know about the error only at runtime.</a:t>
            </a:r>
          </a:p>
        </p:txBody>
      </p:sp>
    </p:spTree>
    <p:extLst>
      <p:ext uri="{BB962C8B-B14F-4D97-AF65-F5344CB8AC3E}">
        <p14:creationId xmlns:p14="http://schemas.microsoft.com/office/powerpoint/2010/main" val="175038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1CAB57-84F6-4427-869C-238A5D6E2368}"/>
              </a:ext>
            </a:extLst>
          </p:cNvPr>
          <p:cNvSpPr txBox="1"/>
          <p:nvPr/>
        </p:nvSpPr>
        <p:spPr>
          <a:xfrm>
            <a:off x="226142" y="413571"/>
            <a:ext cx="119658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ViewBag</a:t>
            </a:r>
            <a:r>
              <a:rPr lang="en-US" dirty="0"/>
              <a:t> uses the dynamic feature that was introduced in to C# 4.0. </a:t>
            </a:r>
          </a:p>
          <a:p>
            <a:r>
              <a:rPr lang="en-US" dirty="0"/>
              <a:t>It allows an object to have properties dynamically added to it.  </a:t>
            </a:r>
          </a:p>
          <a:p>
            <a:endParaRPr lang="en-US" dirty="0"/>
          </a:p>
          <a:p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doesnot</a:t>
            </a:r>
            <a:r>
              <a:rPr lang="en-US" dirty="0"/>
              <a:t> require typecasting for complex data type</a:t>
            </a:r>
          </a:p>
          <a:p>
            <a:r>
              <a:rPr lang="en-US" dirty="0"/>
              <a:t>Using </a:t>
            </a:r>
            <a:r>
              <a:rPr lang="en-US" dirty="0" err="1"/>
              <a:t>ViewBag</a:t>
            </a:r>
            <a:r>
              <a:rPr lang="en-US" dirty="0"/>
              <a:t> the above code can be rewritten as below.</a:t>
            </a:r>
          </a:p>
          <a:p>
            <a:endParaRPr lang="en-US" dirty="0"/>
          </a:p>
          <a:p>
            <a:r>
              <a:rPr lang="en-US" dirty="0"/>
              <a:t>// Storing data in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 err="1"/>
              <a:t>ViewBag.YourData</a:t>
            </a:r>
            <a:r>
              <a:rPr lang="en-US" dirty="0"/>
              <a:t>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ViewBag.YourData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Just like </a:t>
            </a:r>
            <a:r>
              <a:rPr lang="en-US" dirty="0" err="1"/>
              <a:t>ViewData</a:t>
            </a:r>
            <a:r>
              <a:rPr lang="en-US" dirty="0"/>
              <a:t>, </a:t>
            </a:r>
            <a:r>
              <a:rPr lang="en-US" dirty="0" err="1"/>
              <a:t>ViewBag</a:t>
            </a:r>
            <a:r>
              <a:rPr lang="en-US" dirty="0"/>
              <a:t> does not provide compile time error checking. For example, if you mis-spell the property name, you wouldn't get any compile time error. You get to know about the error only at runtime.</a:t>
            </a:r>
          </a:p>
          <a:p>
            <a:endParaRPr lang="en-US" dirty="0"/>
          </a:p>
          <a:p>
            <a:r>
              <a:rPr lang="en-US" dirty="0"/>
              <a:t>Internally </a:t>
            </a:r>
            <a:r>
              <a:rPr lang="en-US" dirty="0" err="1"/>
              <a:t>ViewBag</a:t>
            </a:r>
            <a:r>
              <a:rPr lang="en-US" dirty="0"/>
              <a:t> properties are stored as name/value pairs in the </a:t>
            </a:r>
            <a:r>
              <a:rPr lang="en-US" dirty="0" err="1"/>
              <a:t>ViewData</a:t>
            </a:r>
            <a:r>
              <a:rPr lang="en-US" dirty="0"/>
              <a:t> dictionary.</a:t>
            </a:r>
          </a:p>
          <a:p>
            <a:endParaRPr lang="en-US" dirty="0"/>
          </a:p>
          <a:p>
            <a:r>
              <a:rPr lang="en-US" dirty="0"/>
              <a:t>Please Note: To pass data from controller to a view, It's always a good practice to use strongly typed view models instead of using </a:t>
            </a:r>
          </a:p>
          <a:p>
            <a:r>
              <a:rPr lang="en-US" dirty="0" err="1"/>
              <a:t>ViewBag</a:t>
            </a:r>
            <a:r>
              <a:rPr lang="en-US" dirty="0"/>
              <a:t> &amp; </a:t>
            </a:r>
            <a:r>
              <a:rPr lang="en-US" dirty="0" err="1"/>
              <a:t>ViewData</a:t>
            </a:r>
            <a:r>
              <a:rPr lang="en-US" dirty="0"/>
              <a:t>. Strongly typed view models  provide compile time error checking.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3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25B15-A4B7-4C66-B934-E07A502429E6}"/>
              </a:ext>
            </a:extLst>
          </p:cNvPr>
          <p:cNvSpPr txBox="1"/>
          <p:nvPr/>
        </p:nvSpPr>
        <p:spPr>
          <a:xfrm>
            <a:off x="324464" y="370686"/>
            <a:ext cx="45916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7B44F-8420-4508-A96C-A6F00D78A802}"/>
              </a:ext>
            </a:extLst>
          </p:cNvPr>
          <p:cNvSpPr txBox="1"/>
          <p:nvPr/>
        </p:nvSpPr>
        <p:spPr>
          <a:xfrm>
            <a:off x="6078720" y="101381"/>
            <a:ext cx="5759319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@*@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emp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Countries 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en-US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)*@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(List&lt;String&gt;)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require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Type casting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. Internally it is using dictionary class which store data as key value pair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52622-244F-43AF-B927-F473610B44FC}"/>
              </a:ext>
            </a:extLst>
          </p:cNvPr>
          <p:cNvSpPr txBox="1"/>
          <p:nvPr/>
        </p:nvSpPr>
        <p:spPr>
          <a:xfrm>
            <a:off x="539153" y="3891116"/>
            <a:ext cx="402139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A4B45-D00F-4F2E-B1E4-08C2CB87435C}"/>
              </a:ext>
            </a:extLst>
          </p:cNvPr>
          <p:cNvSpPr txBox="1"/>
          <p:nvPr/>
        </p:nvSpPr>
        <p:spPr>
          <a:xfrm>
            <a:off x="4296698" y="3393632"/>
            <a:ext cx="14267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ABD45-F5E9-4C47-9F1C-1CDAE795FAA0}"/>
              </a:ext>
            </a:extLst>
          </p:cNvPr>
          <p:cNvSpPr txBox="1"/>
          <p:nvPr/>
        </p:nvSpPr>
        <p:spPr>
          <a:xfrm>
            <a:off x="4041060" y="-15707"/>
            <a:ext cx="15808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0C818-E14B-4135-AB4D-560F4BB60EAA}"/>
              </a:ext>
            </a:extLst>
          </p:cNvPr>
          <p:cNvSpPr txBox="1"/>
          <p:nvPr/>
        </p:nvSpPr>
        <p:spPr>
          <a:xfrm>
            <a:off x="6312309" y="4030895"/>
            <a:ext cx="552573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IN" sz="16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is dynamic so does not  require casting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D86140-C386-9CDF-1B54-90DB0BF42FF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937933" y="1790305"/>
            <a:ext cx="3140787" cy="749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2197E7-7327-2C90-5F66-61B13F3EE1C9}"/>
              </a:ext>
            </a:extLst>
          </p:cNvPr>
          <p:cNvCxnSpPr/>
          <p:nvPr/>
        </p:nvCxnSpPr>
        <p:spPr>
          <a:xfrm flipV="1">
            <a:off x="2633133" y="5266267"/>
            <a:ext cx="3352800" cy="753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6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F718C-869B-43DE-82D6-59A3DF6EA898}"/>
              </a:ext>
            </a:extLst>
          </p:cNvPr>
          <p:cNvSpPr txBox="1"/>
          <p:nvPr/>
        </p:nvSpPr>
        <p:spPr>
          <a:xfrm>
            <a:off x="255639" y="790929"/>
            <a:ext cx="116020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TempData</a:t>
            </a:r>
            <a:r>
              <a:rPr lang="en-US" dirty="0"/>
              <a:t> is used to transfer data from view to controller, controller to view, or </a:t>
            </a:r>
            <a:r>
              <a:rPr lang="en-US" dirty="0">
                <a:highlight>
                  <a:srgbClr val="FFFF00"/>
                </a:highlight>
              </a:rPr>
              <a:t>from one action method to another action </a:t>
            </a:r>
            <a:r>
              <a:rPr lang="en-US" dirty="0"/>
              <a:t>method of the same or </a:t>
            </a:r>
            <a:r>
              <a:rPr lang="en-US" dirty="0">
                <a:highlight>
                  <a:srgbClr val="FFFF00"/>
                </a:highlight>
              </a:rPr>
              <a:t>a different 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stores the data temporarily and automatically removes it after retrieving a value.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is a property in the </a:t>
            </a:r>
            <a:r>
              <a:rPr lang="en-US" dirty="0" err="1"/>
              <a:t>ControllerBase</a:t>
            </a:r>
            <a:r>
              <a:rPr lang="en-US" dirty="0"/>
              <a:t> class. So, it is available in any controller or view in the ASP.NET MVC application.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1F64B-686E-42F3-A785-DFFBE7C596A2}"/>
              </a:ext>
            </a:extLst>
          </p:cNvPr>
          <p:cNvSpPr txBox="1"/>
          <p:nvPr/>
        </p:nvSpPr>
        <p:spPr>
          <a:xfrm>
            <a:off x="2812026" y="139798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TempData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6822220" y="3205862"/>
            <a:ext cx="4250267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578E8-EFA9-6DB8-6A6E-6C2E8522FE45}"/>
              </a:ext>
            </a:extLst>
          </p:cNvPr>
          <p:cNvSpPr txBox="1"/>
          <p:nvPr/>
        </p:nvSpPr>
        <p:spPr>
          <a:xfrm>
            <a:off x="255639" y="3429000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Store the list of Countries in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 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"India"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"UK"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"Canada"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Finally return a view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View();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F8643-FE88-0DB4-501F-2D58D621D858}"/>
              </a:ext>
            </a:extLst>
          </p:cNvPr>
          <p:cNvSpPr txBox="1"/>
          <p:nvPr/>
        </p:nvSpPr>
        <p:spPr>
          <a:xfrm>
            <a:off x="4699000" y="2703744"/>
            <a:ext cx="36999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Controller to view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3E671-9533-E1AD-ABAE-26BD257E7512}"/>
              </a:ext>
            </a:extLst>
          </p:cNvPr>
          <p:cNvCxnSpPr/>
          <p:nvPr/>
        </p:nvCxnSpPr>
        <p:spPr>
          <a:xfrm>
            <a:off x="2175933" y="5630333"/>
            <a:ext cx="1642534" cy="5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C6A14C-1446-827B-34C0-A127A7B89B85}"/>
              </a:ext>
            </a:extLst>
          </p:cNvPr>
          <p:cNvSpPr txBox="1"/>
          <p:nvPr/>
        </p:nvSpPr>
        <p:spPr>
          <a:xfrm>
            <a:off x="3953933" y="5731933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 passing any </a:t>
            </a:r>
            <a:r>
              <a:rPr lang="en-IN" dirty="0" err="1"/>
              <a:t>refrence</a:t>
            </a:r>
            <a:r>
              <a:rPr lang="en-IN" dirty="0"/>
              <a:t> in View method</a:t>
            </a:r>
          </a:p>
        </p:txBody>
      </p:sp>
    </p:spTree>
    <p:extLst>
      <p:ext uri="{BB962C8B-B14F-4D97-AF65-F5344CB8AC3E}">
        <p14:creationId xmlns:p14="http://schemas.microsoft.com/office/powerpoint/2010/main" val="25939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2268B-9EEE-AB02-F8FB-972D8219C9CF}"/>
              </a:ext>
            </a:extLst>
          </p:cNvPr>
          <p:cNvSpPr txBox="1"/>
          <p:nvPr/>
        </p:nvSpPr>
        <p:spPr>
          <a:xfrm>
            <a:off x="601133" y="1536721"/>
            <a:ext cx="50376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AtoAController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61ECC-A09F-ACA6-4AA5-0F4B2AC8EABF}"/>
              </a:ext>
            </a:extLst>
          </p:cNvPr>
          <p:cNvSpPr txBox="1"/>
          <p:nvPr/>
        </p:nvSpPr>
        <p:spPr>
          <a:xfrm>
            <a:off x="7035800" y="1671134"/>
            <a:ext cx="447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ReadView</a:t>
            </a:r>
            <a:endParaRPr lang="en-IN" dirty="0"/>
          </a:p>
          <a:p>
            <a:r>
              <a:rPr lang="en-IN" dirty="0"/>
              <a:t>@*Read View *@</a:t>
            </a:r>
          </a:p>
          <a:p>
            <a:r>
              <a:rPr lang="en-IN" dirty="0"/>
              <a:t>@ViewBag.data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1650E-1F73-93D2-6460-C45B722C25D1}"/>
              </a:ext>
            </a:extLst>
          </p:cNvPr>
          <p:cNvSpPr txBox="1"/>
          <p:nvPr/>
        </p:nvSpPr>
        <p:spPr>
          <a:xfrm>
            <a:off x="3361266" y="389466"/>
            <a:ext cx="4555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Action method to another action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48FD9-3782-27AB-0B37-A561FB3A10E2}"/>
              </a:ext>
            </a:extLst>
          </p:cNvPr>
          <p:cNvSpPr txBox="1"/>
          <p:nvPr/>
        </p:nvSpPr>
        <p:spPr>
          <a:xfrm>
            <a:off x="5638799" y="3183467"/>
            <a:ext cx="613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refresh page you will not see the data as </a:t>
            </a:r>
            <a:r>
              <a:rPr lang="en-IN" dirty="0" err="1"/>
              <a:t>TempData</a:t>
            </a:r>
            <a:r>
              <a:rPr lang="en-IN" dirty="0"/>
              <a:t> available only for one request response cycle.</a:t>
            </a:r>
          </a:p>
        </p:txBody>
      </p:sp>
    </p:spTree>
    <p:extLst>
      <p:ext uri="{BB962C8B-B14F-4D97-AF65-F5344CB8AC3E}">
        <p14:creationId xmlns:p14="http://schemas.microsoft.com/office/powerpoint/2010/main" val="61955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56F0D2-AD68-16CA-972C-837A2C3387BD}"/>
              </a:ext>
            </a:extLst>
          </p:cNvPr>
          <p:cNvSpPr txBox="1"/>
          <p:nvPr/>
        </p:nvSpPr>
        <p:spPr>
          <a:xfrm>
            <a:off x="279400" y="1557572"/>
            <a:ext cx="60960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CtoController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"Vidyanidhi"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"Index"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3B71A-8299-5F28-0A45-2770945EDDFB}"/>
              </a:ext>
            </a:extLst>
          </p:cNvPr>
          <p:cNvSpPr txBox="1"/>
          <p:nvPr/>
        </p:nvSpPr>
        <p:spPr>
          <a:xfrm>
            <a:off x="135467" y="3693518"/>
            <a:ext cx="6722533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CtoreadController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</a:t>
            </a:r>
          </a:p>
          <a:p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AC587-5898-8EFA-940D-273BE444A533}"/>
              </a:ext>
            </a:extLst>
          </p:cNvPr>
          <p:cNvSpPr txBox="1"/>
          <p:nvPr/>
        </p:nvSpPr>
        <p:spPr>
          <a:xfrm>
            <a:off x="7018868" y="3311898"/>
            <a:ext cx="45720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@{</a:t>
            </a:r>
          </a:p>
          <a:p>
            <a:r>
              <a:rPr lang="en-US" dirty="0"/>
              <a:t>    </a:t>
            </a:r>
            <a:r>
              <a:rPr lang="en-US" dirty="0" err="1"/>
              <a:t>ViewData</a:t>
            </a:r>
            <a:r>
              <a:rPr lang="en-US" dirty="0"/>
              <a:t>["Title"] = "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dirty="0"/>
              <a:t>Index";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&lt;h1&gt;Index&lt;/h1&gt;</a:t>
            </a:r>
          </a:p>
          <a:p>
            <a:endParaRPr lang="en-US" dirty="0"/>
          </a:p>
          <a:p>
            <a:r>
              <a:rPr lang="en-US" dirty="0"/>
              <a:t>@ViewBag.data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1C7B3-1C40-8E13-A714-412D676FBD60}"/>
              </a:ext>
            </a:extLst>
          </p:cNvPr>
          <p:cNvSpPr txBox="1"/>
          <p:nvPr/>
        </p:nvSpPr>
        <p:spPr>
          <a:xfrm>
            <a:off x="3471333" y="110067"/>
            <a:ext cx="65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Controller to Controller</a:t>
            </a:r>
          </a:p>
        </p:txBody>
      </p:sp>
    </p:spTree>
    <p:extLst>
      <p:ext uri="{BB962C8B-B14F-4D97-AF65-F5344CB8AC3E}">
        <p14:creationId xmlns:p14="http://schemas.microsoft.com/office/powerpoint/2010/main" val="291895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DE52B-9C89-3A47-29A2-B2473A44B04A}"/>
              </a:ext>
            </a:extLst>
          </p:cNvPr>
          <p:cNvSpPr txBox="1"/>
          <p:nvPr/>
        </p:nvSpPr>
        <p:spPr>
          <a:xfrm>
            <a:off x="114299" y="1016338"/>
            <a:ext cx="6637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        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2C98B-B0E7-D1E5-81D0-7DFDD0BD3BB1}"/>
              </a:ext>
            </a:extLst>
          </p:cNvPr>
          <p:cNvSpPr txBox="1"/>
          <p:nvPr/>
        </p:nvSpPr>
        <p:spPr>
          <a:xfrm>
            <a:off x="5638800" y="1016338"/>
            <a:ext cx="64262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@{TempData.Keep(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18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D57DD7-39DE-05F8-8B2C-C6DDCC97A5AA}"/>
              </a:ext>
            </a:extLst>
          </p:cNvPr>
          <p:cNvCxnSpPr>
            <a:cxnSpLocks/>
          </p:cNvCxnSpPr>
          <p:nvPr/>
        </p:nvCxnSpPr>
        <p:spPr>
          <a:xfrm flipV="1">
            <a:off x="2523067" y="2015067"/>
            <a:ext cx="3369733" cy="81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E92DF2-B32E-0B95-5FB8-97205C0D23DB}"/>
              </a:ext>
            </a:extLst>
          </p:cNvPr>
          <p:cNvCxnSpPr>
            <a:cxnSpLocks/>
          </p:cNvCxnSpPr>
          <p:nvPr/>
        </p:nvCxnSpPr>
        <p:spPr>
          <a:xfrm flipH="1">
            <a:off x="4715933" y="3183467"/>
            <a:ext cx="3556000" cy="34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A53624-66D6-65DA-2E35-B92CEA8FB1CE}"/>
              </a:ext>
            </a:extLst>
          </p:cNvPr>
          <p:cNvCxnSpPr>
            <a:cxnSpLocks/>
          </p:cNvCxnSpPr>
          <p:nvPr/>
        </p:nvCxnSpPr>
        <p:spPr>
          <a:xfrm flipV="1">
            <a:off x="5960533" y="804333"/>
            <a:ext cx="2404534" cy="179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CFF7BF-B409-B012-40D5-D7298EAB2D0C}"/>
              </a:ext>
            </a:extLst>
          </p:cNvPr>
          <p:cNvSpPr txBox="1"/>
          <p:nvPr/>
        </p:nvSpPr>
        <p:spPr>
          <a:xfrm>
            <a:off x="8314267" y="197346"/>
            <a:ext cx="375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@{ } Keep( method returns void)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FF6D0-CB76-667A-47CE-E5CF223EE017}"/>
              </a:ext>
            </a:extLst>
          </p:cNvPr>
          <p:cNvSpPr txBox="1"/>
          <p:nvPr/>
        </p:nvSpPr>
        <p:spPr>
          <a:xfrm>
            <a:off x="7226300" y="4688720"/>
            <a:ext cx="409363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Readkeepdata.cshtml</a:t>
            </a:r>
            <a:endParaRPr lang="en-IN" sz="1800" dirty="0">
              <a:solidFill>
                <a:srgbClr val="FF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FBEE0D-DD71-85CC-89E1-011ADC7D2E7D}"/>
              </a:ext>
            </a:extLst>
          </p:cNvPr>
          <p:cNvSpPr txBox="1"/>
          <p:nvPr/>
        </p:nvSpPr>
        <p:spPr>
          <a:xfrm>
            <a:off x="7095067" y="5926667"/>
            <a:ext cx="458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Reload page data will go away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23F4C-42D3-484B-3910-B4739C2D551B}"/>
              </a:ext>
            </a:extLst>
          </p:cNvPr>
          <p:cNvSpPr txBox="1"/>
          <p:nvPr/>
        </p:nvSpPr>
        <p:spPr>
          <a:xfrm>
            <a:off x="3742267" y="197346"/>
            <a:ext cx="22182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Keep</a:t>
            </a:r>
          </a:p>
        </p:txBody>
      </p:sp>
    </p:spTree>
    <p:extLst>
      <p:ext uri="{BB962C8B-B14F-4D97-AF65-F5344CB8AC3E}">
        <p14:creationId xmlns:p14="http://schemas.microsoft.com/office/powerpoint/2010/main" val="206134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EABA97-7BDE-55A4-5AE2-6916D1DE53D0}"/>
              </a:ext>
            </a:extLst>
          </p:cNvPr>
          <p:cNvSpPr txBox="1"/>
          <p:nvPr/>
        </p:nvSpPr>
        <p:spPr>
          <a:xfrm>
            <a:off x="423332" y="1725390"/>
            <a:ext cx="6096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peekController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6D551-61BE-7A5C-606B-7F618EE09B34}"/>
              </a:ext>
            </a:extLst>
          </p:cNvPr>
          <p:cNvSpPr txBox="1"/>
          <p:nvPr/>
        </p:nvSpPr>
        <p:spPr>
          <a:xfrm>
            <a:off x="3742266" y="197346"/>
            <a:ext cx="36745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Peek is used to read temp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00444-9205-EA5D-F134-63EE1110C44F}"/>
              </a:ext>
            </a:extLst>
          </p:cNvPr>
          <p:cNvSpPr txBox="1"/>
          <p:nvPr/>
        </p:nvSpPr>
        <p:spPr>
          <a:xfrm>
            <a:off x="6180667" y="810105"/>
            <a:ext cx="6096000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@TempData.Peek(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IN" sz="12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IN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F15481-B84D-5032-795A-59C54C82336B}"/>
              </a:ext>
            </a:extLst>
          </p:cNvPr>
          <p:cNvCxnSpPr/>
          <p:nvPr/>
        </p:nvCxnSpPr>
        <p:spPr>
          <a:xfrm flipV="1">
            <a:off x="3064933" y="1930400"/>
            <a:ext cx="3031067" cy="1405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B797182-D08B-4A7F-6EEA-3B6553B289C8}"/>
              </a:ext>
            </a:extLst>
          </p:cNvPr>
          <p:cNvSpPr txBox="1"/>
          <p:nvPr/>
        </p:nvSpPr>
        <p:spPr>
          <a:xfrm>
            <a:off x="7211483" y="3429000"/>
            <a:ext cx="289771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18603A-52BE-CDEF-70FC-393B18891C16}"/>
              </a:ext>
            </a:extLst>
          </p:cNvPr>
          <p:cNvCxnSpPr/>
          <p:nvPr/>
        </p:nvCxnSpPr>
        <p:spPr>
          <a:xfrm>
            <a:off x="7780867" y="3877733"/>
            <a:ext cx="897466" cy="85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9C0EE-A2F9-7941-E14E-3116CDAA36F4}"/>
              </a:ext>
            </a:extLst>
          </p:cNvPr>
          <p:cNvSpPr txBox="1"/>
          <p:nvPr/>
        </p:nvSpPr>
        <p:spPr>
          <a:xfrm>
            <a:off x="8221133" y="4868333"/>
            <a:ext cx="301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output</a:t>
            </a:r>
          </a:p>
          <a:p>
            <a:r>
              <a:rPr lang="en-IN" dirty="0"/>
              <a:t>As you already read it using peek and then that key is not available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7501B2-6E65-15B8-A0D1-6CEDEF29180D}"/>
              </a:ext>
            </a:extLst>
          </p:cNvPr>
          <p:cNvCxnSpPr/>
          <p:nvPr/>
        </p:nvCxnSpPr>
        <p:spPr>
          <a:xfrm>
            <a:off x="6790267" y="1800578"/>
            <a:ext cx="1634066" cy="98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00C0C3-B133-D116-6749-4F28DFAD9F73}"/>
              </a:ext>
            </a:extLst>
          </p:cNvPr>
          <p:cNvSpPr txBox="1"/>
          <p:nvPr/>
        </p:nvSpPr>
        <p:spPr>
          <a:xfrm>
            <a:off x="8509000" y="2506133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</a:t>
            </a:r>
            <a:r>
              <a:rPr lang="en-IN"/>
              <a:t>return Object so no @{}</a:t>
            </a:r>
          </a:p>
        </p:txBody>
      </p:sp>
    </p:spTree>
    <p:extLst>
      <p:ext uri="{BB962C8B-B14F-4D97-AF65-F5344CB8AC3E}">
        <p14:creationId xmlns:p14="http://schemas.microsoft.com/office/powerpoint/2010/main" val="161686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1277</Words>
  <Application>Microsoft Office PowerPoint</Application>
  <PresentationFormat>Widescreen</PresentationFormat>
  <Paragraphs>253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27</cp:revision>
  <dcterms:created xsi:type="dcterms:W3CDTF">2022-03-22T18:31:51Z</dcterms:created>
  <dcterms:modified xsi:type="dcterms:W3CDTF">2024-10-24T13:19:19Z</dcterms:modified>
</cp:coreProperties>
</file>