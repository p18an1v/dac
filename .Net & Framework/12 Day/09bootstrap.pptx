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57" r:id="rId4"/>
    <p:sldId id="284" r:id="rId5"/>
    <p:sldId id="28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28A2E-30BF-4D5B-A322-BEE6B7EF2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7C453-E5AD-41A2-874F-0FBBA075C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0897A-34D0-4E34-9EDB-5FC678B6F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702AE-1FC4-43BA-91F9-2095FB3D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A4D65-660C-43E4-A3CF-EC211419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0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B4C53-C57B-49CB-B3FD-A69CF29D8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21B20-D350-4022-A495-CE846B5CE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18C97-6B7A-43A5-9595-AF9AB3C40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10DD9-1346-4F2B-BBC7-E079F4E5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7D740-037B-420C-BFA0-1D3BE970F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08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7E900-3F9C-4AA0-84C7-2A1136E53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C9E0A-C292-4F99-AF4F-C97845D52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85E5D-4394-4FE1-867A-809C8852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4DF85-9D60-4068-9DA6-86F1096A2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C32D4-9E2E-4488-B53F-A918216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14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10D24-91BD-4C8B-8B6E-B5D8EB1F1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34892-7537-428A-9E6E-7D7BE971B2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5D85E-11A6-44DB-A486-EA95B908F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01485-F891-44BF-ABF2-ADEB05195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0856A-4F8F-4D80-A848-B56D545A5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139FE-E2B7-4DC8-90D3-F3A1CBB2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495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D402-BB18-4B80-B742-AC3E9CD84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3818D-B930-4183-95F8-2DE716574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684B13-274D-437A-B990-5F54D03B5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AA1D12-765C-4A38-9726-36233431D5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66254-E895-4C15-A93F-5A7D2A9B19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47965-9FD4-439C-AE1B-1C144D7E0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89733-291E-486D-9CC0-66AFD365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8207CF-395D-4623-B844-7CB997CC6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383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1F37-A36C-4937-A8B3-03A252F92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69AA99-C2AD-4059-94EE-97605408F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EF5685-8914-4826-BD2F-3A59137D3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BE17A-7DBE-4E61-A3A7-139981628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70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90C1B-B298-42BF-8912-4DA029D8D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B1D11-3856-4A1E-8758-F71833C1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49059-A675-4E88-9B02-33543E23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885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5CE9-A178-425A-8D91-DD46FBF4A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B9740-D78C-4657-8704-5EEA724E1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5BF51-A17F-46FD-8E11-E5643D453D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95BD9-B7E4-4F96-BA29-360CD2FB8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D7D7C-818B-4A1E-85AC-57311661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F1150-E9D4-449C-8DC9-324FD367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413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A6C1E-7560-4C6A-A0A5-7759F03A0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3A567-ED50-455C-856E-4210A7D1D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0DD57-17CB-438F-A368-D75B81971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55864-F298-4A61-BBDD-43F835181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4B81C-240C-4771-BD18-44D0043E5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130839-453F-4857-B386-1A774AFD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90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B81B3-C2F5-438E-B05B-6B80F5478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38F4F8-8B71-45C3-A335-D5A9AD7D7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09B1D-E1B2-4D64-A2D3-2A98166A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005EA-46D2-4026-9342-CBF6F796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7F6BF-B01D-41A8-B354-61B4B3ACB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95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E335F2-C338-468F-B0B2-872EC0882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66C8B0-5E94-4CB4-A912-AC4180BD8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B5AE4-BB87-4116-A2AE-EB584E95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5390B-61E2-40A9-B855-FECF215F9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C99EA-B127-4B33-B4A4-4B11AD91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757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6CDE09-67EC-452A-A085-2E16631C4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81E38-C603-43F1-AEEC-6C04B6ED3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2DEA2-C0AA-44D2-BF04-ED4ACDE4A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C00D6-354D-4A20-AE4B-FA30278C11E8}" type="datetimeFigureOut">
              <a:rPr lang="en-IN" smtClean="0"/>
              <a:t>02-10-2021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09E45-EFFC-4BE2-A4AC-032A7C51A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C391-F879-4837-A805-183FC8F77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AFD26-9CD2-4CF0-B515-2818220A86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2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E3FE-4BCD-4B14-9642-9ABAC6BD7B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59250-A231-4D97-9743-B5B3E20E95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85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F0620-3F5B-42EE-81A7-AF0F4AB57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776748"/>
            <a:ext cx="10793361" cy="54002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Install Bootstrap Using </a:t>
            </a:r>
            <a:r>
              <a:rPr lang="en-US" dirty="0" err="1"/>
              <a:t>LibMan</a:t>
            </a:r>
            <a:endParaRPr lang="en-US" dirty="0"/>
          </a:p>
          <a:p>
            <a:r>
              <a:rPr lang="en-US" dirty="0"/>
              <a:t>Right click on the "Project Name" in Solution Explorer and Select Add &gt; Client-Side Library. In the "Add Client-Side Library" window that opens</a:t>
            </a:r>
          </a:p>
          <a:p>
            <a:r>
              <a:rPr lang="en-US" dirty="0"/>
              <a:t>Leave the default provider which is </a:t>
            </a:r>
            <a:r>
              <a:rPr lang="en-US" dirty="0" err="1"/>
              <a:t>cdnjs</a:t>
            </a:r>
            <a:endParaRPr lang="en-US" dirty="0"/>
          </a:p>
          <a:p>
            <a:r>
              <a:rPr lang="en-US" dirty="0"/>
              <a:t>In the "Library" text box, type "twitter-bootstrap". Upon selecting the matching entry, it tries to install the latest version. However, you can manually type the version you want. You also have </a:t>
            </a:r>
            <a:r>
              <a:rPr lang="en-US" dirty="0" err="1"/>
              <a:t>intellisense</a:t>
            </a:r>
            <a:r>
              <a:rPr lang="en-US" dirty="0"/>
              <a:t> support. We will install the </a:t>
            </a:r>
            <a:r>
              <a:rPr lang="en-US" dirty="0" err="1"/>
              <a:t>lates</a:t>
            </a:r>
            <a:r>
              <a:rPr lang="en-US" dirty="0"/>
              <a:t> Bootstrap version 4.</a:t>
            </a:r>
          </a:p>
          <a:p>
            <a:r>
              <a:rPr lang="en-US" dirty="0"/>
              <a:t>You can either include "All the library file" or "Just the files you need"</a:t>
            </a:r>
          </a:p>
          <a:p>
            <a:r>
              <a:rPr lang="en-US" dirty="0"/>
              <a:t>In the "Target Location" text box specify the folder where you want the library files to be copied. Recollect, by default static files are only served from </a:t>
            </a:r>
            <a:r>
              <a:rPr lang="en-US" dirty="0" err="1"/>
              <a:t>WWWRoot</a:t>
            </a:r>
            <a:r>
              <a:rPr lang="en-US" dirty="0"/>
              <a:t> folder.</a:t>
            </a:r>
          </a:p>
          <a:p>
            <a:r>
              <a:rPr lang="en-US" dirty="0"/>
              <a:t>Click the "Install" Button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39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660DB0-5E78-41C0-9A18-BFC0AD6A68CA}"/>
              </a:ext>
            </a:extLst>
          </p:cNvPr>
          <p:cNvSpPr txBox="1"/>
          <p:nvPr/>
        </p:nvSpPr>
        <p:spPr>
          <a:xfrm>
            <a:off x="226142" y="119287"/>
            <a:ext cx="107466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creating a responsive navigation menu in asp.net core application using Bootstrap 4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DC7AE-A82B-4375-8457-FBB9BB1CAD15}"/>
              </a:ext>
            </a:extLst>
          </p:cNvPr>
          <p:cNvSpPr txBox="1"/>
          <p:nvPr/>
        </p:nvSpPr>
        <p:spPr>
          <a:xfrm>
            <a:off x="0" y="82720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On a large screen device the navigation menu should look as shown below.</a:t>
            </a:r>
            <a:endParaRPr lang="en-IN" dirty="0"/>
          </a:p>
        </p:txBody>
      </p:sp>
      <p:pic>
        <p:nvPicPr>
          <p:cNvPr id="1026" name="Picture 2" descr="asp net core bootstrap 4 navbar">
            <a:extLst>
              <a:ext uri="{FF2B5EF4-FFF2-40B4-BE49-F238E27FC236}">
                <a16:creationId xmlns:a16="http://schemas.microsoft.com/office/drawing/2014/main" id="{900A0DE8-6874-4752-A381-9AA6E51885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142" y="1916676"/>
            <a:ext cx="4962525" cy="377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95698A-1807-4F9C-954F-96901A320CC3}"/>
              </a:ext>
            </a:extLst>
          </p:cNvPr>
          <p:cNvSpPr txBox="1"/>
          <p:nvPr/>
        </p:nvSpPr>
        <p:spPr>
          <a:xfrm>
            <a:off x="6236110" y="728886"/>
            <a:ext cx="5828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On a small screen device the navigation menu should look as shown below.</a:t>
            </a:r>
            <a:endParaRPr lang="en-IN" dirty="0"/>
          </a:p>
        </p:txBody>
      </p:sp>
      <p:pic>
        <p:nvPicPr>
          <p:cNvPr id="1028" name="Picture 4" descr="asp.net core bootstrap 4 navigation bar">
            <a:extLst>
              <a:ext uri="{FF2B5EF4-FFF2-40B4-BE49-F238E27FC236}">
                <a16:creationId xmlns:a16="http://schemas.microsoft.com/office/drawing/2014/main" id="{100D709F-A668-47E9-9D9E-844C7F975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967" y="1615484"/>
            <a:ext cx="2630618" cy="505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06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976832-F5C5-466C-B73B-0211475CF7A4}"/>
              </a:ext>
            </a:extLst>
          </p:cNvPr>
          <p:cNvSpPr txBox="1"/>
          <p:nvPr/>
        </p:nvSpPr>
        <p:spPr>
          <a:xfrm>
            <a:off x="0" y="88094"/>
            <a:ext cx="1127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Bootstarp</a:t>
            </a:r>
            <a:r>
              <a:rPr lang="en-US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4 has a dependency on jQuery.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So please download and install jQuery in your asp.net core application. You can use the Library Manager tool to do this.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345CF81-91EC-437A-A07A-C102B4AFA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92102"/>
            <a:ext cx="11857703" cy="68634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Layout.cshtml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Code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meta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="viewport"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content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="width=device-width"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include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="Development"&gt;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="~/lib/bootstrap/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/bootstrap.css"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="stylesheet"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="~/lib/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jquery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/jquery.js"&gt;&lt;/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="~/lib/bootstrap/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/bootstrap.js"&gt;&lt;/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script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exclude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="Development"&gt;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="stylesheet"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="https://stackpath.bootstrapcdn.com/bootstrap/4.3.1/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/bootstrap.min.css"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integrity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="sha384-ggOyR0iXCbMQv3Xipma34MD+dH/1fQ784/j6cY/iJTQUOhcWr7x9JvoRxT2MZw1T"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crossorigin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="anonymous"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asp-fallback-</a:t>
            </a:r>
            <a:r>
              <a:rPr kumimoji="0" lang="en-US" altLang="en-US" sz="1000" b="1" i="0" u="none" strike="noStrike" cap="none" normalizeH="0" baseline="0" dirty="0" err="1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="~/lib/bootstrap/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/bootstrap.min.css"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asp-fallback-test-class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-only"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asp-fallback-test-property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="position"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asp-fallback-test-value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="absolute"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asp-suppress-fallback-integrity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="true"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link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="~/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/site.css"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="stylesheet"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@ViewBag.Title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="container"&gt;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nav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="navbar navbar-expand-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sm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-dark navbar-dark"&gt;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="navbar-brand"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asp-controller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="home"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asp-action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="index"&gt;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img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="~/images/employees.png"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width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="30"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height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="30"&gt;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button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="navbar-toggler"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="button"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data-toggle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="collapse"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data-target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="#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collapsibleNavbar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="navbar-toggler-icon"&gt;&lt;/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span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button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="collapse navbar-collapse"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collapsibleNavbar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="navbar-nav"&gt;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="nav-item"&gt;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="nav-link"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asp-controller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="home"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asp-action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="index"&gt;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="nav-item"&gt;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="nav-link"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asp-controller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="home"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asp-action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="create"&gt;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nav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    @RenderBody()    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b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@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IsSectionDefined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"Scripts"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{        @RenderSection(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A3151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"Scripts"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required: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       }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body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&gt;&lt;/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html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683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DF2C700-8767-4B7E-9AFC-FE22E130556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47674" y="188450"/>
            <a:ext cx="119558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On a small screen device, for the 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navbar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toggle button to work, jQuery must be loaded before Bootstrap JavaScript file. If you flip the order, the 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navbar toggle button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does not work.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&lt;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cs typeface="Arial" panose="020B0604020202020204" pitchFamily="34" charset="0"/>
              </a:rPr>
              <a:t>environment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cs typeface="Arial" panose="020B0604020202020204" pitchFamily="34" charset="0"/>
              </a:rPr>
              <a:t>include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="Development"&gt;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  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&lt;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cs typeface="Arial" panose="020B0604020202020204" pitchFamily="34" charset="0"/>
              </a:rPr>
              <a:t>link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href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="~/lib/bootstrap/css/bootstrap.css"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rel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="stylesheet"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/&gt;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  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&lt;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cs typeface="Arial" panose="020B0604020202020204" pitchFamily="34" charset="0"/>
              </a:rPr>
              <a:t>script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src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="~/lib/jquery/jquery.js"&gt;&lt;/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cs typeface="Arial" panose="020B0604020202020204" pitchFamily="34" charset="0"/>
              </a:rPr>
              <a:t>script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&gt;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  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&lt;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cs typeface="Arial" panose="020B0604020202020204" pitchFamily="34" charset="0"/>
              </a:rPr>
              <a:t>script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cs typeface="Arial" panose="020B0604020202020204" pitchFamily="34" charset="0"/>
              </a:rPr>
              <a:t>src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="~/lib/bootstrap/js/bootstrap.js"&gt;&lt;/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  <a:cs typeface="Arial" panose="020B0604020202020204" pitchFamily="34" charset="0"/>
              </a:rPr>
              <a:t>script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&gt;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&lt;/</a:t>
            </a: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  <a:cs typeface="Arial" panose="020B0604020202020204" pitchFamily="34" charset="0"/>
              </a:rPr>
              <a:t>environment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&gt;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Please note :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For a 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non-development environment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(i.e Staging, Production etc), I have not included the required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&lt;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660000"/>
                </a:solidFill>
                <a:effectLst/>
                <a:cs typeface="Arial" panose="020B0604020202020204" pitchFamily="34" charset="0"/>
              </a:rPr>
              <a:t>link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cs typeface="Arial" panose="020B0604020202020204" pitchFamily="34" charset="0"/>
              </a:rPr>
              <a:t>&gt;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 tags to load jQuery and Bootstrap JavaScript from a CDN. I am leaving that as an exercise for you to do.</a:t>
            </a: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b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Notice how the buttons 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(View, Edit &amp; Delete)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 are attached to each other. To include margin between these button use the Bootstrap margin classes 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(m-1, m-2 etc)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. In the class name, 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"m"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 stands for 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margin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and the number </a:t>
            </a: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1,2 etc 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cs typeface="Arial" panose="020B0604020202020204" pitchFamily="34" charset="0"/>
              </a:rPr>
              <a:t>is the size of the space you want.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4052D24-E794-494C-A234-3162E799A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74" y="3668976"/>
            <a:ext cx="728551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 </a:t>
            </a:r>
            <a:r>
              <a:rPr kumimoji="0" lang="en-US" altLang="en-US" sz="1600" b="1" i="1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index.chtml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modify the 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tags to include </a:t>
            </a: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"m-1"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bootstrap class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="card-footer text-center"&gt;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asp-controller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="home"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asp-action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="details"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asp-route-id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employee.Id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btn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btn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-primary m-1"&gt;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80008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="#"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btn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btn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-primary m-1"&gt;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Edit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href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="#"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="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btn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btn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-danger m-1"&gt;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Delete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8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div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6" name="Picture 4" descr="bootstrap 4 space between buttons">
            <a:extLst>
              <a:ext uri="{FF2B5EF4-FFF2-40B4-BE49-F238E27FC236}">
                <a16:creationId xmlns:a16="http://schemas.microsoft.com/office/drawing/2014/main" id="{6013BF72-2905-429B-B3E8-B5F77475C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9559" y="3189024"/>
            <a:ext cx="49339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939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1363</Words>
  <Application>Microsoft Office PowerPoint</Application>
  <PresentationFormat>Widescreen</PresentationFormat>
  <Paragraphs>65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Ketki Acharya</cp:lastModifiedBy>
  <cp:revision>2</cp:revision>
  <dcterms:created xsi:type="dcterms:W3CDTF">2021-10-01T23:05:48Z</dcterms:created>
  <dcterms:modified xsi:type="dcterms:W3CDTF">2021-10-01T23:16:57Z</dcterms:modified>
</cp:coreProperties>
</file>