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7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33575-20B5-4F4C-B092-A7C803135F9E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5962C-5821-4F66-B503-D958CFFF0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0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C139F7-30EE-4C3C-BBF4-BAD32D2B5D66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D0E42C-E2FB-1B5A-4051-95B419C14F72}"/>
              </a:ext>
            </a:extLst>
          </p:cNvPr>
          <p:cNvSpPr txBox="1"/>
          <p:nvPr/>
        </p:nvSpPr>
        <p:spPr>
          <a:xfrm>
            <a:off x="152400" y="685799"/>
            <a:ext cx="7315200" cy="464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enum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HR,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Payroll,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IT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 = ++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id; }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 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Department 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.Format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"{0} {1} {2} {3}"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Id, Name, Email, Department);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95751-9EC1-904D-B11E-288A068C85F5}"/>
              </a:ext>
            </a:extLst>
          </p:cNvPr>
          <p:cNvSpPr txBox="1"/>
          <p:nvPr/>
        </p:nvSpPr>
        <p:spPr>
          <a:xfrm>
            <a:off x="0" y="5181600"/>
            <a:ext cx="533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IEmpService</a:t>
            </a:r>
            <a:endParaRPr lang="en-IN" sz="12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BD36DC-6071-6B60-E063-99326E86E2FD}"/>
              </a:ext>
            </a:extLst>
          </p:cNvPr>
          <p:cNvSpPr txBox="1"/>
          <p:nvPr/>
        </p:nvSpPr>
        <p:spPr>
          <a:xfrm>
            <a:off x="4876800" y="10674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Plain Old CLR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EB2D7-1B6C-8B3E-B4F1-C198BA1CD9DD}"/>
              </a:ext>
            </a:extLst>
          </p:cNvPr>
          <p:cNvSpPr txBox="1"/>
          <p:nvPr/>
        </p:nvSpPr>
        <p:spPr>
          <a:xfrm>
            <a:off x="5334000" y="990600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Models</a:t>
            </a:r>
            <a:r>
              <a:rPr lang="en-IN" dirty="0">
                <a:sym typeface="Wingdings" panose="05000000000000000000" pitchFamily="2" charset="2"/>
              </a:rPr>
              <a:t> POCO class</a:t>
            </a:r>
          </a:p>
          <a:p>
            <a:r>
              <a:rPr lang="en-IN" dirty="0">
                <a:sym typeface="Wingdings" panose="05000000000000000000" pitchFamily="2" charset="2"/>
              </a:rPr>
              <a:t>Services Interface, Implementation</a:t>
            </a:r>
          </a:p>
          <a:p>
            <a:r>
              <a:rPr lang="en-IN"/>
              <a:t>Entrypoint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69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DF778E-8F36-4EE4-F7E1-4ADDEDBD22BB}"/>
              </a:ext>
            </a:extLst>
          </p:cNvPr>
          <p:cNvSpPr txBox="1"/>
          <p:nvPr/>
        </p:nvSpPr>
        <p:spPr>
          <a:xfrm>
            <a:off x="1143000" y="76200"/>
            <a:ext cx="7922682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"Mary"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Department =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.HR, Email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"mary@CDACtech.com"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"John"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Department =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.IT, Email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"john@CDACtech.com"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"Sam"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Department =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.IT, Email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"sam@CDACtech.com"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employeeList.Add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employeeList.Find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(employee !=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employeeList.Remove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employeeList.Find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employeeList.FindAll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name);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3411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0AC51-A517-DA52-9709-C31C64F852A5}"/>
              </a:ext>
            </a:extLst>
          </p:cNvPr>
          <p:cNvSpPr txBox="1"/>
          <p:nvPr/>
        </p:nvSpPr>
        <p:spPr>
          <a:xfrm>
            <a:off x="419100" y="762000"/>
            <a:ext cx="830580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IEmpService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EmployeeService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e1 =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empService.Add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"Sonam"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Department =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.IT, Email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"som@CDACtech.com"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{e1}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Added in collection"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e1 =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empService.Add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"Mona"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Department =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.HR, Email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"sonam@CDACtech.com"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{e1}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Added in collection"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e1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empService.Delete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{e1}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Deleted from n collection"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e1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empService.GetEmployee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$"record of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{e1.Id}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==&gt;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{e1}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list =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empService.GetEmployee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"Sonam"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$"record of with name Sonam"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empService.GetAllEmployee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options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JsonSerializerOptions</a:t>
            </a:r>
            <a:endParaRPr lang="en-IN" sz="11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WriteIndented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Converters = { new </a:t>
            </a:r>
            <a:r>
              <a:rPr lang="en-IN" sz="11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JsonStringEnumConverter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JsonNamingPolicy.CamelCase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JsonSerializer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.Serialize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(emp, options));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Name=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"Raj"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, Email=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"R@gmail.com"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Mobile=961980258};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JsonSerializer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.Serialize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(c));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6078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2903</TotalTime>
  <Words>764</Words>
  <Application>Microsoft Office PowerPoint</Application>
  <PresentationFormat>On-screen Show (4:3)</PresentationFormat>
  <Paragraphs>121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Cambria</vt:lpstr>
      <vt:lpstr>Cascadia Mono</vt:lpstr>
      <vt:lpstr>Garamond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sriram mantri vidyanidhi infotech academy</cp:lastModifiedBy>
  <cp:revision>165</cp:revision>
  <dcterms:created xsi:type="dcterms:W3CDTF">2012-05-24T05:32:28Z</dcterms:created>
  <dcterms:modified xsi:type="dcterms:W3CDTF">2025-10-08T03:56:12Z</dcterms:modified>
</cp:coreProperties>
</file>