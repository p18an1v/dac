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-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D14DFD-5C2F-473F-BCF5-E517D0413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0FC6297-F754-4F82-B2C9-D9189F340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293A27C-0012-4E71-BF5A-564E1C50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0815-F6B0-4898-B00F-ADA3040311C6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AC30DD9-DCB2-46FF-BC32-AF09F2274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860084F-62CE-4F6D-BB3C-FFB9328AF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DC10-D674-433D-9E93-6601DB9F2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97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795E57-904F-43AB-B43C-9C8B3F766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2E389B-671E-4AE2-AB57-2BE56B14D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74A4069-5A9B-4A46-A409-247BB73D9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0815-F6B0-4898-B00F-ADA3040311C6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E68215E-2064-44DD-A42F-1AB7E39BC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9445829-10A8-47DC-A18A-D1661286B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DC10-D674-433D-9E93-6601DB9F2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501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A301C8-E0A2-4CDC-89B9-3F58A4062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FA0FE93-EED3-4048-957F-066900D9A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1C6D46E-4350-4094-B0A7-DBD2A7714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0815-F6B0-4898-B00F-ADA3040311C6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AFF0E6E-2353-4468-80BC-EA3C07E4B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72CFCB6-BEBD-4F7C-9994-0DC2A66B5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DC10-D674-433D-9E93-6601DB9F2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121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EA246F-C6AE-4D2A-AA22-CEA092B35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1C4F79A-E662-41BC-9BDE-27DB815533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8530462-9506-4786-8F36-66B971CE8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667E510-8219-4BB6-903D-4933DB5C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0815-F6B0-4898-B00F-ADA3040311C6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674FCBD-4CB2-4D49-8CE9-FA1FB496F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5984A22-8CC6-4378-B86D-D38D39585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DC10-D674-433D-9E93-6601DB9F2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307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05F835-DFA2-4F68-A97A-CD9E759A9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27CD5D7-ABB4-49A0-820E-85875A14A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A8CA8E5-FD30-4FFF-916A-B72929989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C115CA1-11F7-49C2-8B6E-6A54B1749D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D0F9BD4-C942-4274-9D7B-3B4EA83A73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D2C7842-E55E-444D-8DA3-C1EB64B35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0815-F6B0-4898-B00F-ADA3040311C6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730F27E-1F33-4865-9427-D0853BB74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9AF9DA9-40E3-49BF-9A1A-070C63A9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DC10-D674-433D-9E93-6601DB9F2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905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6147F6-9B2F-4F06-9707-99844FC19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3C6AC3E-5726-4778-83E2-E57BB42DD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0815-F6B0-4898-B00F-ADA3040311C6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03FD813-D2F5-4D5F-95A7-F1B38063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F6381EC-49F9-4FA5-A40C-051171CE9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DC10-D674-433D-9E93-6601DB9F2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06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2ACCC85-630F-49FB-90BF-F5A797C2C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0815-F6B0-4898-B00F-ADA3040311C6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742F6C3-1797-41EB-A1D8-B7739D870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E1422ED-12E8-4D8E-8EF1-3D0AF0D93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DC10-D674-433D-9E93-6601DB9F2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297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931FCF-058A-4C8A-BEAF-3D81EDD35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CEDB52B-22C9-4633-9709-5A16E8EDA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2A786A4-DBD8-48B7-BED0-DC17AE7CE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87A6062-E35F-4C99-93E1-C48172745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0815-F6B0-4898-B00F-ADA3040311C6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09DA785-16B4-468C-B242-AA72A11B4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9890613-BC0D-4AA9-92EF-E6C9EA96B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DC10-D674-433D-9E93-6601DB9F2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215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D29B50-3737-4925-80DB-8411908DF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EAEC68C-F687-41E9-AE5C-F3BA3286BA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6A17082-6598-47DA-AA32-C3A322027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49B6D3B-EB9E-4BA9-9670-9BCCF2E19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0815-F6B0-4898-B00F-ADA3040311C6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D01E558-1553-465C-AE2D-948251998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D23BC76-3FEF-462A-9801-2A26DA43D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DC10-D674-433D-9E93-6601DB9F2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411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1649D2-1D27-4C9D-8956-B697BA1EA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D1B7B93-330E-4E5E-9308-8D67FC5A0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57BF4B4-0F03-419B-B6EA-751686837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0815-F6B0-4898-B00F-ADA3040311C6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1FDBBE-CE13-45D1-A9CD-74B108B13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329DD59-5E13-4274-B790-84BFF551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DC10-D674-433D-9E93-6601DB9F2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566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9B4C92AB-F40D-4CEA-ACB6-E1AFE92F51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C06B155-7139-4B85-98F4-565D6F1AF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37B063C-F09E-41B7-8231-DB35A6E2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0815-F6B0-4898-B00F-ADA3040311C6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18E04FF-A07F-4A23-AF57-B825986A1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A1E37F8-16AA-453C-BE37-A60B482D8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DC10-D674-433D-9E93-6601DB9F2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082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A5BBFBB-DDE3-4197-8168-85B265AAC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6B152D8-3FD7-4A2B-9021-E4A14CCDC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C1F4291-2113-4515-A363-F5E7B11733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10815-F6B0-4898-B00F-ADA3040311C6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DC9C300-F2B3-43C1-90F5-0259C8EC4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756F2B9-5FA4-4EB3-A149-5127BE24D1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67DC10-D674-433D-9E93-6601DB9F2F78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E546541-DE5E-413B-862D-99032D4024C4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136" y="-120068"/>
            <a:ext cx="1282699" cy="85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748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/>
              <a:t>ketkiacharya</a:t>
            </a:r>
            <a:r>
              <a:rPr lang="en-IN" dirty="0"/>
              <a:t>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F39D17-95A6-43EB-969A-705C43AC9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965" y="-118968"/>
            <a:ext cx="10278035" cy="1006475"/>
          </a:xfrm>
        </p:spPr>
        <p:txBody>
          <a:bodyPr>
            <a:normAutofit fontScale="90000"/>
          </a:bodyPr>
          <a:lstStyle/>
          <a:p>
            <a:r>
              <a:rPr lang="en-IN" dirty="0"/>
              <a:t>Static method and </a:t>
            </a:r>
            <a:r>
              <a:rPr lang="en-IN" dirty="0" err="1"/>
              <a:t>inheritance_Method</a:t>
            </a:r>
            <a:r>
              <a:rPr lang="en-IN" dirty="0"/>
              <a:t> hiding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E091852-827B-486C-A517-2A2FD825A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154" y="654424"/>
            <a:ext cx="4276164" cy="65263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Print() 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IN" sz="12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A.Print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Print() 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IN" sz="12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B.Print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CallPrint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   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Print();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IN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Will call </a:t>
            </a:r>
            <a:r>
              <a:rPr lang="en-IN" sz="1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B.Print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.Print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Will call hidden static method on parent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HelloWorld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 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.CallPrint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   }</a:t>
            </a:r>
            <a:endParaRPr lang="en-IN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6183E50-3B12-495C-898B-CF5E8832A464}"/>
              </a:ext>
            </a:extLst>
          </p:cNvPr>
          <p:cNvSpPr txBox="1"/>
          <p:nvPr/>
        </p:nvSpPr>
        <p:spPr>
          <a:xfrm>
            <a:off x="5885474" y="654424"/>
            <a:ext cx="5432612" cy="25853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1E1E1E"/>
                </a:solidFill>
                <a:highlight>
                  <a:srgbClr val="E6E7E8"/>
                </a:highlight>
                <a:latin typeface="Consolas" panose="020B0609020204030204" pitchFamily="49" charset="0"/>
              </a:rPr>
              <a:t> warning CS0108: '</a:t>
            </a:r>
            <a:r>
              <a:rPr lang="en-US" sz="1800" dirty="0" err="1">
                <a:solidFill>
                  <a:srgbClr val="1E1E1E"/>
                </a:solidFill>
                <a:highlight>
                  <a:srgbClr val="E6E7E8"/>
                </a:highlight>
                <a:latin typeface="Consolas" panose="020B0609020204030204" pitchFamily="49" charset="0"/>
              </a:rPr>
              <a:t>B.Print</a:t>
            </a:r>
            <a:r>
              <a:rPr lang="en-US" sz="1800" dirty="0">
                <a:solidFill>
                  <a:srgbClr val="1E1E1E"/>
                </a:solidFill>
                <a:highlight>
                  <a:srgbClr val="E6E7E8"/>
                </a:highlight>
                <a:latin typeface="Consolas" panose="020B0609020204030204" pitchFamily="49" charset="0"/>
              </a:rPr>
              <a:t>()' hides inherited member '</a:t>
            </a:r>
            <a:r>
              <a:rPr lang="en-US" sz="1800" dirty="0" err="1">
                <a:solidFill>
                  <a:srgbClr val="1E1E1E"/>
                </a:solidFill>
                <a:highlight>
                  <a:srgbClr val="E6E7E8"/>
                </a:highlight>
                <a:latin typeface="Consolas" panose="020B0609020204030204" pitchFamily="49" charset="0"/>
              </a:rPr>
              <a:t>A.Print</a:t>
            </a:r>
            <a:r>
              <a:rPr lang="en-US" sz="1800" dirty="0">
                <a:solidFill>
                  <a:srgbClr val="1E1E1E"/>
                </a:solidFill>
                <a:highlight>
                  <a:srgbClr val="E6E7E8"/>
                </a:highlight>
                <a:latin typeface="Consolas" panose="020B0609020204030204" pitchFamily="49" charset="0"/>
              </a:rPr>
              <a:t>()'. Use the new keyword if hiding was intended.</a:t>
            </a:r>
          </a:p>
          <a:p>
            <a:endParaRPr lang="en-US" dirty="0">
              <a:solidFill>
                <a:srgbClr val="1E1E1E"/>
              </a:solidFill>
              <a:highlight>
                <a:srgbClr val="E6E7E8"/>
              </a:highlight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This is method hiding and not overriding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1BC797C-6128-4181-AED2-FF78D5858AA8}"/>
              </a:ext>
            </a:extLst>
          </p:cNvPr>
          <p:cNvSpPr txBox="1"/>
          <p:nvPr/>
        </p:nvSpPr>
        <p:spPr>
          <a:xfrm>
            <a:off x="5689600" y="1991360"/>
            <a:ext cx="6331202" cy="445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5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Print()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05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IN" sz="105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A.Print</a:t>
            </a:r>
            <a:r>
              <a:rPr lang="en-IN" sz="105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5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IN" sz="105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Print()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05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IN" sz="105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B.Print</a:t>
            </a:r>
            <a:r>
              <a:rPr lang="en-IN" sz="105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CallPrint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Print();  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Will call </a:t>
            </a:r>
            <a:r>
              <a:rPr lang="en-US" sz="105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B.Print</a:t>
            </a:r>
            <a:endParaRPr lang="en-US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.Print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 </a:t>
            </a:r>
            <a:r>
              <a:rPr lang="en-US" sz="105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Will call hidden static method on parent</a:t>
            </a:r>
            <a:endParaRPr lang="en-US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5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HelloWorld</a:t>
            </a:r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5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.CallPrint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86948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F39D17-95A6-43EB-969A-705C43AC9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5" y="105149"/>
            <a:ext cx="10278035" cy="1006475"/>
          </a:xfrm>
        </p:spPr>
        <p:txBody>
          <a:bodyPr/>
          <a:lstStyle/>
          <a:p>
            <a:r>
              <a:rPr lang="en-IN" dirty="0"/>
              <a:t>Static method and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E091852-827B-486C-A517-2A2FD825A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766" y="1111624"/>
            <a:ext cx="4401670" cy="506533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userdefine_exception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parent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call()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"pp"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child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parent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child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.call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.ReadKey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200" dirty="0"/>
              <a:t>O/p=pp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6183E50-3B12-495C-898B-CF5E8832A464}"/>
              </a:ext>
            </a:extLst>
          </p:cNvPr>
          <p:cNvSpPr txBox="1"/>
          <p:nvPr/>
        </p:nvSpPr>
        <p:spPr>
          <a:xfrm>
            <a:off x="6096000" y="1246094"/>
            <a:ext cx="543261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userdefine_exception</a:t>
            </a: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parent</a:t>
            </a: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</a:t>
            </a:r>
          </a:p>
          <a:p>
            <a:r>
              <a:rPr lang="en-IN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static</a:t>
            </a:r>
            <a:r>
              <a:rPr lang="en-IN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call()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 </a:t>
            </a:r>
            <a:r>
              <a:rPr lang="en-IN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I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pp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</a:t>
            </a:r>
            <a:r>
              <a:rPr lang="en-IN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</a:t>
            </a:r>
            <a:r>
              <a:rPr lang="en-IN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child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.call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I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IN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.ReadKey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child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IN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parent</a:t>
            </a: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IN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dirty="0"/>
              <a:t>O/p=</a:t>
            </a:r>
            <a:r>
              <a:rPr lang="en-IN" dirty="0" err="1"/>
              <a:t>pp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8332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</TotalTime>
  <Words>293</Words>
  <Application>Microsoft Office PowerPoint</Application>
  <PresentationFormat>Widescreen</PresentationFormat>
  <Paragraphs>106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Consolas</vt:lpstr>
      <vt:lpstr>Office Theme</vt:lpstr>
      <vt:lpstr>PowerPoint Presentation</vt:lpstr>
      <vt:lpstr>Static method and inheritance_Method hiding </vt:lpstr>
      <vt:lpstr>Static method and inheritance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User</cp:lastModifiedBy>
  <cp:revision>44</cp:revision>
  <dcterms:created xsi:type="dcterms:W3CDTF">2020-08-24T07:03:09Z</dcterms:created>
  <dcterms:modified xsi:type="dcterms:W3CDTF">2024-04-16T03:27:49Z</dcterms:modified>
</cp:coreProperties>
</file>