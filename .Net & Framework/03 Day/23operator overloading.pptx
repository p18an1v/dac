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C741-CCE3-9ED6-EC05-D8979A9D2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3CD4E-BEEB-18DA-3D75-D2777D6C6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1FCA-FE31-B444-BE66-D697FB94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8EF56-D2DD-6513-386D-09AF7E9C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C03D-E0AA-319D-6475-31AF6B44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24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2C27-3085-994E-4D42-FFD5D438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22ED-3978-CAA6-D833-CC49A912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D078-F06B-EE5E-5565-A1B91704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BC25-BC7D-D389-4AB0-E95C047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DD6A-D93F-1F13-8C96-0B030976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9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36A8-3175-84E2-4138-29CC4D67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A73C-A3B5-7780-B1AC-A78F5541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BDC7-32CA-A9E7-9B1E-4C408FE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7DEEC-666A-4BF7-1D20-6BC1E3F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F090-A0BB-BF55-3387-FBD1D488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8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A26C-287B-6CAC-24FE-43CC9F91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4CEE-F401-F9A9-1126-C8BC9749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5C98D-CCB6-0411-B0E8-F3C5EFF6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FAD4-83C3-7D6F-B407-89DE0488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D3B3-3414-C90E-569A-C3F595E9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A4DC2-3255-923B-1C06-03008979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7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3978-AEB3-EB97-B24B-8CAC98B2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0E622-C061-1F69-0F5F-1F0FA4B0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5151D-F418-58D9-195E-79948B4FD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DB09-00A6-3E94-A335-3BDB50AA0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39653-10AC-4C45-EB87-E8B2282E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3AF0D-E53A-A050-4547-5A7A6609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97124-2C15-902D-E730-36A26C7F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FD9FC-23FA-8DA5-17DC-CA078267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8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C5DF-E1A9-C529-7535-1E9A03F6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B19ED-EAF5-50D7-D208-4C163694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9BB5F-C71E-72C2-FD92-760DD8D5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C581-D633-70A6-1D50-4C5B760B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8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8AB65-16A9-9909-8AEE-F55AC1BD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FE351-84E1-AF3C-B827-F5CD3434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0D0E5-24E3-A297-5BD8-BCACDC02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1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2DAD-A94B-A127-2526-EF94AC1F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CB7D-54D1-D204-AD13-4217D5E3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C4633-3165-28F7-E620-E746F393D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FCC8-B7F9-80B8-916D-BD588DF9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E54FF-3455-C663-5AFC-096EC541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957CE-2119-5164-D360-B3E35183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2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2317-3CE7-4209-AE33-AD2BE79D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9A61B-7445-DCA8-EB74-F999C5603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42BA6-EEA5-646B-7160-5F1054E60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17E3-9E72-BE19-CEA9-A3DE4C45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75FF-8557-DAD7-EBA6-B58A1040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0444F-0556-8350-D600-E895DC28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8A27-F7B5-D84F-D9ED-BC7752FF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874B-5FD2-C48C-7D50-BC8F80F4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54E6-2034-CE1E-F279-072E93A5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40DF-E3C5-24CA-B874-18D307AA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28FF8-3660-6139-D926-5942FA9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7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56B6F-05BF-40B3-0922-D39C74CF7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E7D2D-B904-ACFD-3ADF-24C256E7B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9572E-0E70-FD14-DC54-1114D023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46D6-BE5D-4583-327A-70D556B3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B15B4-E94C-325F-C761-4EB31C1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59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7C792-7199-5CE9-ADBE-35A779CC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8CF8-795A-0376-8B2D-CF4A7D57C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3B7E-FAF3-8502-F240-23DE23C9C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E7A2-B02A-B721-72AE-BF9BFE66A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B546-CAC6-DE79-53D5-916B2B74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4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D2AAF0-892E-CD57-9883-89690D771A6A}"/>
              </a:ext>
            </a:extLst>
          </p:cNvPr>
          <p:cNvSpPr txBox="1"/>
          <p:nvPr/>
        </p:nvSpPr>
        <p:spPr>
          <a:xfrm>
            <a:off x="127000" y="0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OperatorOverloadingDemo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 = 0,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 = r;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c1,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temp.a = c1.a + c2.a;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temp.b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c1.b + c2.b;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{b}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B4F02-F219-1650-4A6C-866A1668BDA9}"/>
              </a:ext>
            </a:extLst>
          </p:cNvPr>
          <p:cNvSpPr txBox="1"/>
          <p:nvPr/>
        </p:nvSpPr>
        <p:spPr>
          <a:xfrm>
            <a:off x="5833533" y="157231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operator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c1,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 =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temp.a = c1.a + c2.a;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temp.b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c1.b + c2.b;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EF677-7318-AAC5-03C2-A40683694176}"/>
              </a:ext>
            </a:extLst>
          </p:cNvPr>
          <p:cNvSpPr txBox="1"/>
          <p:nvPr/>
        </p:nvSpPr>
        <p:spPr>
          <a:xfrm>
            <a:off x="67733" y="4493538"/>
            <a:ext cx="8551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  <a:endParaRPr lang="en-US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7);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c1.Display();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(5, 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c2.Display();</a:t>
            </a:r>
          </a:p>
          <a:p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c3 = 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.Add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(c1, c2);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c3.Display();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7683B-9215-E3BB-0E29-E6AAC0743CCC}"/>
              </a:ext>
            </a:extLst>
          </p:cNvPr>
          <p:cNvSpPr txBox="1"/>
          <p:nvPr/>
        </p:nvSpPr>
        <p:spPr>
          <a:xfrm>
            <a:off x="6858000" y="2184400"/>
            <a:ext cx="4885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Operator OVERLOADING</a:t>
            </a:r>
          </a:p>
        </p:txBody>
      </p:sp>
    </p:spTree>
    <p:extLst>
      <p:ext uri="{BB962C8B-B14F-4D97-AF65-F5344CB8AC3E}">
        <p14:creationId xmlns:p14="http://schemas.microsoft.com/office/powerpoint/2010/main" val="58470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DC4B-9E60-0F5C-367D-665DC4F1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F1D0A5-FBDC-9A31-C82A-1D3AA9E77C2E}"/>
              </a:ext>
            </a:extLst>
          </p:cNvPr>
          <p:cNvSpPr txBox="1"/>
          <p:nvPr/>
        </p:nvSpPr>
        <p:spPr>
          <a:xfrm>
            <a:off x="67733" y="117693"/>
            <a:ext cx="609600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OperatorOverloadingDemo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 = 0,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 = r;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operator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c1,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 =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temp.a = c1.a + c2.a;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temp.b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c1.b + c2.b;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{b}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F8C5F-4F61-E023-D34A-92F49C7A13F8}"/>
              </a:ext>
            </a:extLst>
          </p:cNvPr>
          <p:cNvSpPr txBox="1"/>
          <p:nvPr/>
        </p:nvSpPr>
        <p:spPr>
          <a:xfrm>
            <a:off x="6477000" y="169277"/>
            <a:ext cx="60960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5581B-93E4-CCCA-59B1-0954446D2E2A}"/>
              </a:ext>
            </a:extLst>
          </p:cNvPr>
          <p:cNvSpPr txBox="1"/>
          <p:nvPr/>
        </p:nvSpPr>
        <p:spPr>
          <a:xfrm>
            <a:off x="67733" y="4493538"/>
            <a:ext cx="8551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  <a:endParaRPr lang="en-US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7);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c1.Display();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(5, 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c2.Display();</a:t>
            </a:r>
          </a:p>
          <a:p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c3 =c1</a:t>
            </a:r>
            <a:r>
              <a:rPr lang="fr-FR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c2;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c3.Display();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F97FD-14C3-6C5F-1831-826AB202AEEA}"/>
              </a:ext>
            </a:extLst>
          </p:cNvPr>
          <p:cNvSpPr txBox="1"/>
          <p:nvPr/>
        </p:nvSpPr>
        <p:spPr>
          <a:xfrm>
            <a:off x="6858000" y="2184400"/>
            <a:ext cx="4885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Operator OVERLOADING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3E856A-2E6C-3991-5BAD-139AE52933CA}"/>
              </a:ext>
            </a:extLst>
          </p:cNvPr>
          <p:cNvSpPr/>
          <p:nvPr/>
        </p:nvSpPr>
        <p:spPr>
          <a:xfrm>
            <a:off x="7704665" y="4749800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A=5</a:t>
            </a:r>
          </a:p>
          <a:p>
            <a:pPr algn="ctr"/>
            <a:r>
              <a:rPr lang="en-IN" dirty="0"/>
              <a:t>B=2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0A323-AA42-5C83-C44B-1E7DF6261A6E}"/>
              </a:ext>
            </a:extLst>
          </p:cNvPr>
          <p:cNvSpPr txBox="1"/>
          <p:nvPr/>
        </p:nvSpPr>
        <p:spPr>
          <a:xfrm>
            <a:off x="6747932" y="3429000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7E185-1762-5928-EEE2-1A0F747E0242}"/>
              </a:ext>
            </a:extLst>
          </p:cNvPr>
          <p:cNvSpPr/>
          <p:nvPr/>
        </p:nvSpPr>
        <p:spPr>
          <a:xfrm>
            <a:off x="7679267" y="3445933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A=3</a:t>
            </a:r>
          </a:p>
          <a:p>
            <a:pPr algn="ctr"/>
            <a:r>
              <a:rPr lang="en-IN" dirty="0"/>
              <a:t>B=7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4890C-E1B8-050E-5D54-2303E4E1011B}"/>
              </a:ext>
            </a:extLst>
          </p:cNvPr>
          <p:cNvSpPr txBox="1"/>
          <p:nvPr/>
        </p:nvSpPr>
        <p:spPr>
          <a:xfrm>
            <a:off x="6900332" y="5070502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8123D-0925-5FBC-FDA9-6D523A3737AD}"/>
              </a:ext>
            </a:extLst>
          </p:cNvPr>
          <p:cNvSpPr/>
          <p:nvPr/>
        </p:nvSpPr>
        <p:spPr>
          <a:xfrm>
            <a:off x="10329331" y="4738109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</a:t>
            </a:r>
          </a:p>
          <a:p>
            <a:pPr algn="ctr"/>
            <a:r>
              <a:rPr lang="en-IN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006934-880C-FAA7-87C2-3E6D06E75413}"/>
              </a:ext>
            </a:extLst>
          </p:cNvPr>
          <p:cNvSpPr txBox="1"/>
          <p:nvPr/>
        </p:nvSpPr>
        <p:spPr>
          <a:xfrm>
            <a:off x="9406465" y="4874145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3E18FD-16C5-1F43-F66A-F534A978B5CC}"/>
              </a:ext>
            </a:extLst>
          </p:cNvPr>
          <p:cNvCxnSpPr>
            <a:stCxn id="3" idx="3"/>
          </p:cNvCxnSpPr>
          <p:nvPr/>
        </p:nvCxnSpPr>
        <p:spPr>
          <a:xfrm>
            <a:off x="7315199" y="3613666"/>
            <a:ext cx="38946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053BB1-5DA0-7B81-7EA2-10CC0D6F4F43}"/>
              </a:ext>
            </a:extLst>
          </p:cNvPr>
          <p:cNvCxnSpPr/>
          <p:nvPr/>
        </p:nvCxnSpPr>
        <p:spPr>
          <a:xfrm flipV="1">
            <a:off x="7302500" y="5151875"/>
            <a:ext cx="537631" cy="10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C8938DF-FD97-ADA8-3A4D-932546B3A92B}"/>
              </a:ext>
            </a:extLst>
          </p:cNvPr>
          <p:cNvSpPr txBox="1"/>
          <p:nvPr/>
        </p:nvSpPr>
        <p:spPr>
          <a:xfrm>
            <a:off x="9326031" y="2899033"/>
            <a:ext cx="72813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temp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AF37E5-9E45-0B17-AE60-8FB8DC3AB06E}"/>
              </a:ext>
            </a:extLst>
          </p:cNvPr>
          <p:cNvCxnSpPr>
            <a:stCxn id="19" idx="3"/>
          </p:cNvCxnSpPr>
          <p:nvPr/>
        </p:nvCxnSpPr>
        <p:spPr>
          <a:xfrm flipV="1">
            <a:off x="10054164" y="3064933"/>
            <a:ext cx="706967" cy="1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6B76695-687B-ACB3-AC91-348BCC665985}"/>
              </a:ext>
            </a:extLst>
          </p:cNvPr>
          <p:cNvSpPr txBox="1"/>
          <p:nvPr/>
        </p:nvSpPr>
        <p:spPr>
          <a:xfrm>
            <a:off x="10845800" y="2819400"/>
            <a:ext cx="113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A=0/8</a:t>
            </a:r>
          </a:p>
          <a:p>
            <a:r>
              <a:rPr lang="en-IN" dirty="0"/>
              <a:t>B=0/9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3D2753-8D8D-3D6C-D839-55E6BE4E0CF5}"/>
              </a:ext>
            </a:extLst>
          </p:cNvPr>
          <p:cNvSpPr txBox="1"/>
          <p:nvPr/>
        </p:nvSpPr>
        <p:spPr>
          <a:xfrm>
            <a:off x="9486897" y="3501987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3E656E-B72A-2BB4-E32D-7666601C214F}"/>
              </a:ext>
            </a:extLst>
          </p:cNvPr>
          <p:cNvSpPr txBox="1"/>
          <p:nvPr/>
        </p:nvSpPr>
        <p:spPr>
          <a:xfrm>
            <a:off x="9486897" y="4086525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232CCD-8C28-A58D-ED0A-AD1188B82680}"/>
              </a:ext>
            </a:extLst>
          </p:cNvPr>
          <p:cNvCxnSpPr>
            <a:stCxn id="23" idx="1"/>
          </p:cNvCxnSpPr>
          <p:nvPr/>
        </p:nvCxnSpPr>
        <p:spPr>
          <a:xfrm flipH="1">
            <a:off x="8398933" y="3686653"/>
            <a:ext cx="1087964" cy="26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5A5BB1-43B7-1ABC-BDD8-A101CEB67F0E}"/>
              </a:ext>
            </a:extLst>
          </p:cNvPr>
          <p:cNvCxnSpPr>
            <a:stCxn id="24" idx="1"/>
          </p:cNvCxnSpPr>
          <p:nvPr/>
        </p:nvCxnSpPr>
        <p:spPr>
          <a:xfrm flipH="1">
            <a:off x="8470900" y="4271191"/>
            <a:ext cx="1015997" cy="87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1D0D94-4934-8F62-DA0F-3E3109B2E1F4}"/>
              </a:ext>
            </a:extLst>
          </p:cNvPr>
          <p:cNvSpPr txBox="1"/>
          <p:nvPr/>
        </p:nvSpPr>
        <p:spPr>
          <a:xfrm>
            <a:off x="9177867" y="6028267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C1+C2</a:t>
            </a:r>
          </a:p>
        </p:txBody>
      </p:sp>
    </p:spTree>
    <p:extLst>
      <p:ext uri="{BB962C8B-B14F-4D97-AF65-F5344CB8AC3E}">
        <p14:creationId xmlns:p14="http://schemas.microsoft.com/office/powerpoint/2010/main" val="104856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F639-C2A1-F735-B510-A7E18095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C855E-BFE8-EFE0-ACD1-131AE034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4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D6A12-1C14-60CA-D162-92AA6734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2747"/>
            <a:ext cx="12192000" cy="22525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8871B-E63C-A020-E787-CF72B5571022}"/>
              </a:ext>
            </a:extLst>
          </p:cNvPr>
          <p:cNvSpPr txBox="1"/>
          <p:nvPr/>
        </p:nvSpPr>
        <p:spPr>
          <a:xfrm>
            <a:off x="1583267" y="381000"/>
            <a:ext cx="904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Multicast delegate we see operator overloading</a:t>
            </a:r>
          </a:p>
        </p:txBody>
      </p:sp>
    </p:spTree>
    <p:extLst>
      <p:ext uri="{BB962C8B-B14F-4D97-AF65-F5344CB8AC3E}">
        <p14:creationId xmlns:p14="http://schemas.microsoft.com/office/powerpoint/2010/main" val="133227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499</Words>
  <Application>Microsoft Office PowerPoint</Application>
  <PresentationFormat>Widescreen</PresentationFormat>
  <Paragraphs>102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6</cp:revision>
  <dcterms:created xsi:type="dcterms:W3CDTF">2025-03-28T08:52:31Z</dcterms:created>
  <dcterms:modified xsi:type="dcterms:W3CDTF">2025-04-08T14:47:33Z</dcterms:modified>
</cp:coreProperties>
</file>