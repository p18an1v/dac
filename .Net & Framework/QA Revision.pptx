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86" y="-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5EFCD-0A53-8E8A-2B5C-B442811F5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07638-DC89-B9E6-7BDB-EFD37BB7A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84057-3924-1A33-B7D7-25B141AFE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745E6-F5D5-AEF0-9417-2D4D1B58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52A0F-4795-D70A-1F06-D33D60581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73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53E23-B586-AD55-FC5C-E4A3376F8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AC65C-9C54-21D5-2CAB-5C98C1723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BF47E-227A-2816-E4BF-05D00CCA3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568B0-8E76-BA6A-DDBD-1AFA32717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DB80C-C1BC-B61B-F361-3A92CE048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481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C1F78-A2C4-EE2F-573D-7267BB4F3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24C6A-467B-0D34-CB84-2AF40207D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F711F-C313-555E-E08B-6E92685CD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1C1CE-A2F0-7098-3F70-7BC9E841B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A5FB8-B56E-F206-0263-9DC64C8F0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445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65DB2-DB2D-1FAD-0AFE-8EC3FF8D7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8F7CD-86F5-D851-B1CB-2FE6BA80B2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C1178-F18D-4EBF-EBA8-DA960992E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4BEE9-EDB3-0C85-A009-B5BFF7082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C47B4-E4C6-D4D1-A4D0-765606D37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E318E-BE6E-635B-0531-0C5F76D46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953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F00FF-A05C-E8F9-EF3E-8DFB6AD9E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07530-7573-2D5F-D9EF-8DD4785F7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4E428-827A-EAE4-ED74-64B510945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13B0D3-A7E0-71B4-DD26-C85C95AD3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BC3674-2A02-D063-BD0B-5EB1E11766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D1B5A7-9E5E-4987-8CD6-70C6901D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AB21B5-742C-9E83-6569-89B101EF4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36C357-66AF-25B7-2FB2-5AC40B5F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743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901D-B252-0CB0-327C-955EF86A4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6EE9BC-420A-12CE-6C40-232C1B343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80331-3670-14DD-5037-6D1C5C14E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194ECB-8481-7AB1-A461-3E3DA713B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581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82C3DD-29A9-17EB-D65B-98A62234D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E2E66E-C3EF-A151-B97A-51E04380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6D520-13F0-BABE-AAC9-DCA4BBF42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985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A00E7-F8BD-1859-61EC-87AAFDDF2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EF903-B72A-F1F5-7737-FA9E77C30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5E1F0-C096-B6D9-8C1F-253A94D98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A2921-E3BA-76C2-C3E8-BC2A59381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D69EB-C61C-FE8A-3EB8-686E340AE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87A8E-EC79-E5B1-DB42-0EB7B3A6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230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679D4-FABB-3EC7-92F2-7DC964850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1C5BD1-67C0-87C3-E66D-9D9E16689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BE500-2D70-2681-4490-88180AFF4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7CD2E-6301-AAB4-7E7B-AFD4A73E7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0CACE-876D-DD35-E40F-D11DE6A60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DFDCC-DDFD-BF2E-29B7-854B81795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373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A6BC1-AAF8-9FCC-1404-6417E7C29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5B8BAF-7C12-C590-FFC3-865422EB7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216DA-9E17-C898-5E39-DB9FEC3A7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0C415-1780-80BF-F3C6-F24C7D9D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FA189-EB56-C278-B3E5-4B5E019F1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552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E6DC-FE32-18E3-88B3-9670C0E6D0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75EBD8-1AAF-0578-1288-FB36A9E5C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BB145-F714-E7D6-C2EA-B779572AF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2D7-4E01-43CD-B056-D602E3D90A7D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0F233-AB43-804D-8E1C-FE8D27302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4B65A-DDC8-94CC-2A31-6422898FB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35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481E4-CF7B-D574-E286-47DEAFAF7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04AF4-DCE4-ACC6-DC79-4366F87C7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06B85-41CE-0519-6F3C-E0554D2231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CB2D7-4E01-43CD-B056-D602E3D90A7D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1AB6F-A95C-B05F-49F6-507E56E992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1EA17-B6E5-179C-73DA-0CB66F12B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13B9E4-AABF-4849-A799-4623F2981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419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8352C-32D4-45D5-DD83-7B4FC6790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34" y="0"/>
            <a:ext cx="4131734" cy="6176963"/>
          </a:xfrm>
        </p:spPr>
        <p:txBody>
          <a:bodyPr>
            <a:normAutofit fontScale="32500" lnSpcReduction="20000"/>
          </a:bodyPr>
          <a:lstStyle/>
          <a:p>
            <a:r>
              <a:rPr lang="en-IN" dirty="0"/>
              <a:t>What is CLR</a:t>
            </a:r>
          </a:p>
          <a:p>
            <a:r>
              <a:rPr lang="en-IN" dirty="0"/>
              <a:t>What is MSIL</a:t>
            </a:r>
          </a:p>
          <a:p>
            <a:r>
              <a:rPr lang="en-IN" dirty="0"/>
              <a:t>What is CTS</a:t>
            </a:r>
          </a:p>
          <a:p>
            <a:r>
              <a:rPr lang="en-IN" dirty="0"/>
              <a:t>What is CLS</a:t>
            </a:r>
          </a:p>
          <a:p>
            <a:r>
              <a:rPr lang="en-IN" dirty="0"/>
              <a:t>Difference between </a:t>
            </a:r>
            <a:r>
              <a:rPr lang="en-IN" dirty="0" err="1"/>
              <a:t>sbyte</a:t>
            </a:r>
            <a:r>
              <a:rPr lang="en-IN" dirty="0"/>
              <a:t> and byte</a:t>
            </a:r>
          </a:p>
          <a:p>
            <a:r>
              <a:rPr lang="en-IN" dirty="0"/>
              <a:t>Calculation between short and short</a:t>
            </a:r>
          </a:p>
          <a:p>
            <a:r>
              <a:rPr lang="en-IN" dirty="0"/>
              <a:t>What is name space and why name space</a:t>
            </a:r>
          </a:p>
          <a:p>
            <a:r>
              <a:rPr lang="en-IN" dirty="0"/>
              <a:t>Can you have access modifier for name space</a:t>
            </a:r>
          </a:p>
          <a:p>
            <a:r>
              <a:rPr lang="en-IN" dirty="0"/>
              <a:t>What is default access modifier for member of a class</a:t>
            </a:r>
          </a:p>
          <a:p>
            <a:r>
              <a:rPr lang="en-IN" dirty="0"/>
              <a:t>What is default access modifier for top level class</a:t>
            </a:r>
          </a:p>
          <a:p>
            <a:r>
              <a:rPr lang="en-IN" dirty="0"/>
              <a:t>Name all user define types</a:t>
            </a:r>
          </a:p>
          <a:p>
            <a:r>
              <a:rPr lang="en-IN" dirty="0"/>
              <a:t>Difference between value type and reference type name few</a:t>
            </a:r>
          </a:p>
          <a:p>
            <a:r>
              <a:rPr lang="en-IN" dirty="0"/>
              <a:t>Signature of main method</a:t>
            </a:r>
          </a:p>
          <a:p>
            <a:r>
              <a:rPr lang="en-IN" dirty="0"/>
              <a:t>What is console</a:t>
            </a:r>
          </a:p>
          <a:p>
            <a:r>
              <a:rPr lang="en-IN" dirty="0"/>
              <a:t>Name few static class</a:t>
            </a:r>
          </a:p>
          <a:p>
            <a:r>
              <a:rPr lang="en-IN" dirty="0"/>
              <a:t>How to convert string to number ? Which method is better</a:t>
            </a:r>
          </a:p>
          <a:p>
            <a:r>
              <a:rPr lang="en-IN" dirty="0"/>
              <a:t>What is return type of </a:t>
            </a:r>
            <a:r>
              <a:rPr lang="en-IN" dirty="0" err="1"/>
              <a:t>TryParse</a:t>
            </a:r>
            <a:endParaRPr lang="en-IN" dirty="0"/>
          </a:p>
          <a:p>
            <a:r>
              <a:rPr lang="en-IN" dirty="0"/>
              <a:t>When you write </a:t>
            </a:r>
            <a:r>
              <a:rPr lang="en-IN" dirty="0" err="1"/>
              <a:t>int.Parse</a:t>
            </a:r>
            <a:r>
              <a:rPr lang="en-IN" dirty="0"/>
              <a:t>  what is int and what Parse what it return</a:t>
            </a:r>
          </a:p>
          <a:p>
            <a:r>
              <a:rPr lang="en-IN" dirty="0"/>
              <a:t>What is checked key word</a:t>
            </a:r>
          </a:p>
          <a:p>
            <a:r>
              <a:rPr lang="en-IN" dirty="0"/>
              <a:t>How c # file compile</a:t>
            </a:r>
          </a:p>
          <a:p>
            <a:r>
              <a:rPr lang="en-IN" dirty="0"/>
              <a:t>When you compile </a:t>
            </a:r>
            <a:r>
              <a:rPr lang="en-IN" dirty="0" err="1"/>
              <a:t>c#</a:t>
            </a:r>
            <a:r>
              <a:rPr lang="en-IN" dirty="0"/>
              <a:t> file what you get</a:t>
            </a:r>
          </a:p>
          <a:p>
            <a:r>
              <a:rPr lang="en-IN" dirty="0"/>
              <a:t>What is full form of DLL</a:t>
            </a:r>
          </a:p>
          <a:p>
            <a:r>
              <a:rPr lang="en-IN" dirty="0"/>
              <a:t>In which  folder you see your exe or </a:t>
            </a:r>
            <a:r>
              <a:rPr lang="en-IN" dirty="0" err="1"/>
              <a:t>dll</a:t>
            </a:r>
            <a:r>
              <a:rPr lang="en-IN" dirty="0"/>
              <a:t> file</a:t>
            </a:r>
          </a:p>
          <a:p>
            <a:r>
              <a:rPr lang="en-IN" dirty="0"/>
              <a:t>What JIT</a:t>
            </a:r>
          </a:p>
          <a:p>
            <a:r>
              <a:rPr lang="en-IN" dirty="0"/>
              <a:t>What do you mean by demand bases it convert MSIL to Native</a:t>
            </a:r>
          </a:p>
          <a:p>
            <a:r>
              <a:rPr lang="en-IN" dirty="0"/>
              <a:t>Why .NET </a:t>
            </a:r>
          </a:p>
          <a:p>
            <a:r>
              <a:rPr lang="en-IN" dirty="0"/>
              <a:t>What id language </a:t>
            </a:r>
            <a:r>
              <a:rPr lang="en-IN" dirty="0" err="1"/>
              <a:t>iteroperability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C3E5FD-69CA-D47A-79C4-0360C43329C5}"/>
              </a:ext>
            </a:extLst>
          </p:cNvPr>
          <p:cNvSpPr txBox="1"/>
          <p:nvPr/>
        </p:nvSpPr>
        <p:spPr>
          <a:xfrm>
            <a:off x="5088467" y="160867"/>
            <a:ext cx="644313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Why static constructor</a:t>
            </a:r>
          </a:p>
          <a:p>
            <a:r>
              <a:rPr lang="en-IN" dirty="0"/>
              <a:t>Who will call static constructor</a:t>
            </a:r>
          </a:p>
          <a:p>
            <a:r>
              <a:rPr lang="en-IN" dirty="0"/>
              <a:t>Can you have access modifier for it</a:t>
            </a:r>
          </a:p>
          <a:p>
            <a:r>
              <a:rPr lang="en-IN" dirty="0"/>
              <a:t>Can you have parameter in static constructor</a:t>
            </a:r>
          </a:p>
          <a:p>
            <a:r>
              <a:rPr lang="en-IN" dirty="0"/>
              <a:t>Why to declare member private</a:t>
            </a:r>
          </a:p>
          <a:p>
            <a:r>
              <a:rPr lang="en-IN" dirty="0"/>
              <a:t>Why class?</a:t>
            </a:r>
          </a:p>
          <a:p>
            <a:r>
              <a:rPr lang="en-IN" dirty="0"/>
              <a:t>What is constructor overloading</a:t>
            </a:r>
          </a:p>
          <a:p>
            <a:r>
              <a:rPr lang="en-IN" dirty="0"/>
              <a:t>Can you call another constructor from one constructor?</a:t>
            </a:r>
          </a:p>
          <a:p>
            <a:r>
              <a:rPr lang="en-IN" dirty="0"/>
              <a:t>What is the use of master constructor</a:t>
            </a:r>
          </a:p>
          <a:p>
            <a:r>
              <a:rPr lang="en-IN" dirty="0"/>
              <a:t>Where have you seen </a:t>
            </a:r>
            <a:r>
              <a:rPr lang="en-IN" dirty="0" err="1"/>
              <a:t>constructoroverloading</a:t>
            </a:r>
            <a:r>
              <a:rPr lang="en-IN" dirty="0"/>
              <a:t>  in frame work</a:t>
            </a:r>
          </a:p>
          <a:p>
            <a:r>
              <a:rPr lang="en-IN" dirty="0"/>
              <a:t>Use of constructor</a:t>
            </a:r>
          </a:p>
          <a:p>
            <a:r>
              <a:rPr lang="en-IN" dirty="0"/>
              <a:t>Can you have private constructor?</a:t>
            </a:r>
          </a:p>
          <a:p>
            <a:r>
              <a:rPr lang="en-IN" dirty="0"/>
              <a:t>If yes how will you create object</a:t>
            </a:r>
          </a:p>
          <a:p>
            <a:r>
              <a:rPr lang="en-IN" dirty="0"/>
              <a:t>What is singleton design pattern</a:t>
            </a:r>
          </a:p>
          <a:p>
            <a:r>
              <a:rPr lang="en-IN" dirty="0"/>
              <a:t>What is factory pattern</a:t>
            </a:r>
          </a:p>
          <a:p>
            <a:r>
              <a:rPr lang="en-IN" dirty="0"/>
              <a:t>Advantage of writing static method?</a:t>
            </a:r>
          </a:p>
          <a:p>
            <a:r>
              <a:rPr lang="en-IN" dirty="0"/>
              <a:t>Use of static variable</a:t>
            </a:r>
          </a:p>
          <a:p>
            <a:r>
              <a:rPr lang="en-IN" dirty="0"/>
              <a:t>Where have you seen static method in frame work</a:t>
            </a:r>
          </a:p>
          <a:p>
            <a:endParaRPr lang="en-IN" dirty="0"/>
          </a:p>
          <a:p>
            <a:r>
              <a:rPr lang="en-IN"/>
              <a:t>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5053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D5E6F1-DDB2-9464-AF44-ABF70D706CC9}"/>
              </a:ext>
            </a:extLst>
          </p:cNvPr>
          <p:cNvSpPr txBox="1"/>
          <p:nvPr/>
        </p:nvSpPr>
        <p:spPr>
          <a:xfrm>
            <a:off x="745067" y="194733"/>
            <a:ext cx="927099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Can we use following key word and methods  with int, double etc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new, </a:t>
            </a:r>
            <a:r>
              <a:rPr lang="en-IN" dirty="0" err="1"/>
              <a:t>ToString</a:t>
            </a:r>
            <a:r>
              <a:rPr lang="en-IN" dirty="0"/>
              <a:t>, Equals, </a:t>
            </a:r>
            <a:r>
              <a:rPr lang="en-IN" dirty="0" err="1"/>
              <a:t>GetHashCode</a:t>
            </a:r>
            <a:r>
              <a:rPr lang="en-IN" dirty="0"/>
              <a:t> ?? Why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Why getter setter?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Why cant we use public member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Why inheritance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How to call parent class  constructor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What is method </a:t>
            </a:r>
            <a:r>
              <a:rPr lang="en-IN" dirty="0" err="1"/>
              <a:t>hideing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What is </a:t>
            </a:r>
            <a:r>
              <a:rPr lang="en-IN" dirty="0" err="1"/>
              <a:t>readonly</a:t>
            </a:r>
            <a:r>
              <a:rPr lang="en-IN" dirty="0"/>
              <a:t> key 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When to use </a:t>
            </a:r>
            <a:r>
              <a:rPr lang="en-IN" dirty="0" err="1"/>
              <a:t>const</a:t>
            </a:r>
            <a:r>
              <a:rPr lang="en-IN" dirty="0"/>
              <a:t> key 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What is difference between </a:t>
            </a:r>
            <a:r>
              <a:rPr lang="en-IN" dirty="0" err="1"/>
              <a:t>const</a:t>
            </a:r>
            <a:r>
              <a:rPr lang="en-IN" dirty="0"/>
              <a:t> and </a:t>
            </a:r>
            <a:r>
              <a:rPr lang="en-IN" dirty="0" err="1"/>
              <a:t>statick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When to use </a:t>
            </a:r>
            <a:r>
              <a:rPr lang="en-IN" dirty="0" err="1"/>
              <a:t>enum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Who is parent of </a:t>
            </a:r>
            <a:r>
              <a:rPr lang="en-IN" dirty="0" err="1"/>
              <a:t>usedefine</a:t>
            </a:r>
            <a:r>
              <a:rPr lang="en-IN" dirty="0"/>
              <a:t> </a:t>
            </a:r>
            <a:r>
              <a:rPr lang="en-IN" dirty="0" err="1"/>
              <a:t>enum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What is </a:t>
            </a:r>
            <a:r>
              <a:rPr lang="en-IN" dirty="0" err="1"/>
              <a:t>GetType</a:t>
            </a:r>
            <a:r>
              <a:rPr lang="en-IN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What is </a:t>
            </a:r>
            <a:r>
              <a:rPr lang="en-IN" dirty="0" err="1"/>
              <a:t>BaseType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Where to put validation code if you have constructor and setter both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What is </a:t>
            </a:r>
            <a:r>
              <a:rPr lang="en-IN" dirty="0" err="1"/>
              <a:t>readonly</a:t>
            </a:r>
            <a:r>
              <a:rPr lang="en-IN" dirty="0"/>
              <a:t> property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What is write only property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What is auto </a:t>
            </a:r>
            <a:r>
              <a:rPr lang="en-IN" dirty="0" err="1"/>
              <a:t>implimented</a:t>
            </a:r>
            <a:r>
              <a:rPr lang="en-IN" dirty="0"/>
              <a:t> property and when to use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What is object initializer syntax.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1772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00A15-5A1F-52B5-5029-CC9689117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287867"/>
            <a:ext cx="5469467" cy="5889096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Types of Assembly</a:t>
            </a:r>
          </a:p>
          <a:p>
            <a:r>
              <a:rPr lang="en-IN" dirty="0"/>
              <a:t>What is SNK</a:t>
            </a:r>
          </a:p>
          <a:p>
            <a:r>
              <a:rPr lang="en-IN" dirty="0"/>
              <a:t>What is GAC</a:t>
            </a:r>
          </a:p>
          <a:p>
            <a:r>
              <a:rPr lang="en-IN" dirty="0"/>
              <a:t>Why Shared Assembly</a:t>
            </a:r>
          </a:p>
          <a:p>
            <a:r>
              <a:rPr lang="en-IN" dirty="0"/>
              <a:t>All Exception is derived from?</a:t>
            </a:r>
          </a:p>
          <a:p>
            <a:r>
              <a:rPr lang="en-IN" dirty="0"/>
              <a:t>Why to handle exception</a:t>
            </a:r>
          </a:p>
          <a:p>
            <a:r>
              <a:rPr lang="en-IN" dirty="0"/>
              <a:t>Throw key word</a:t>
            </a:r>
          </a:p>
          <a:p>
            <a:r>
              <a:rPr lang="en-IN" dirty="0"/>
              <a:t>Use of try catch finally</a:t>
            </a:r>
          </a:p>
          <a:p>
            <a:r>
              <a:rPr lang="en-IN" dirty="0" err="1"/>
              <a:t>Ref,out,in</a:t>
            </a:r>
            <a:r>
              <a:rPr lang="en-IN" dirty="0"/>
              <a:t> key word</a:t>
            </a:r>
          </a:p>
          <a:p>
            <a:r>
              <a:rPr lang="en-IN" dirty="0"/>
              <a:t>Default argument</a:t>
            </a:r>
          </a:p>
          <a:p>
            <a:r>
              <a:rPr lang="en-IN" dirty="0"/>
              <a:t>What is named parameter</a:t>
            </a:r>
          </a:p>
          <a:p>
            <a:r>
              <a:rPr lang="en-IN" dirty="0"/>
              <a:t>What is use of params key word</a:t>
            </a:r>
          </a:p>
          <a:p>
            <a:r>
              <a:rPr lang="en-IN" dirty="0"/>
              <a:t>What method overloading</a:t>
            </a:r>
          </a:p>
          <a:p>
            <a:r>
              <a:rPr lang="en-IN"/>
              <a:t>Why overloading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59DA5-FAE8-FE48-EE28-EA44C6800816}"/>
              </a:ext>
            </a:extLst>
          </p:cNvPr>
          <p:cNvSpPr txBox="1"/>
          <p:nvPr/>
        </p:nvSpPr>
        <p:spPr>
          <a:xfrm>
            <a:off x="5164667" y="76200"/>
            <a:ext cx="6671733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What is string</a:t>
            </a:r>
          </a:p>
          <a:p>
            <a:r>
              <a:rPr lang="en-IN" dirty="0"/>
              <a:t>Is it reference type</a:t>
            </a:r>
          </a:p>
          <a:p>
            <a:r>
              <a:rPr lang="en-IN" dirty="0"/>
              <a:t>Which class is immutable</a:t>
            </a:r>
          </a:p>
          <a:p>
            <a:r>
              <a:rPr lang="en-IN" dirty="0"/>
              <a:t>Difference between string and string builder</a:t>
            </a:r>
          </a:p>
          <a:p>
            <a:r>
              <a:rPr lang="en-IN" dirty="0" err="1"/>
              <a:t>String.IsIntern</a:t>
            </a:r>
            <a:r>
              <a:rPr lang="en-IN" dirty="0"/>
              <a:t>()</a:t>
            </a:r>
            <a:r>
              <a:rPr lang="en-IN" dirty="0">
                <a:sym typeface="Wingdings" panose="05000000000000000000" pitchFamily="2" charset="2"/>
              </a:rPr>
              <a:t> reference of string.</a:t>
            </a:r>
          </a:p>
          <a:p>
            <a:r>
              <a:rPr lang="en-IN" dirty="0" err="1">
                <a:sym typeface="Wingdings" panose="05000000000000000000" pitchFamily="2" charset="2"/>
              </a:rPr>
              <a:t>Strung.Intern</a:t>
            </a:r>
            <a:r>
              <a:rPr lang="en-IN" dirty="0">
                <a:sym typeface="Wingdings" panose="05000000000000000000" pitchFamily="2" charset="2"/>
              </a:rPr>
              <a:t>();</a:t>
            </a:r>
          </a:p>
          <a:p>
            <a:r>
              <a:rPr lang="en-IN" dirty="0">
                <a:sym typeface="Wingdings" panose="05000000000000000000" pitchFamily="2" charset="2"/>
              </a:rPr>
              <a:t>In string class __  ___  ___ overridden</a:t>
            </a:r>
          </a:p>
          <a:p>
            <a:r>
              <a:rPr lang="en-IN" dirty="0" err="1">
                <a:sym typeface="Wingdings" panose="05000000000000000000" pitchFamily="2" charset="2"/>
              </a:rPr>
              <a:t>Array.Sort</a:t>
            </a:r>
            <a:r>
              <a:rPr lang="en-IN" dirty="0">
                <a:sym typeface="Wingdings" panose="05000000000000000000" pitchFamily="2" charset="2"/>
              </a:rPr>
              <a:t>()</a:t>
            </a:r>
          </a:p>
          <a:p>
            <a:r>
              <a:rPr lang="en-IN" dirty="0" err="1">
                <a:sym typeface="Wingdings" panose="05000000000000000000" pitchFamily="2" charset="2"/>
              </a:rPr>
              <a:t>a.CopyTo</a:t>
            </a:r>
            <a:r>
              <a:rPr lang="en-IN" dirty="0">
                <a:sym typeface="Wingdings" panose="05000000000000000000" pitchFamily="2" charset="2"/>
              </a:rPr>
              <a:t>()</a:t>
            </a:r>
          </a:p>
          <a:p>
            <a:r>
              <a:rPr lang="en-IN" dirty="0" err="1">
                <a:sym typeface="Wingdings" panose="05000000000000000000" pitchFamily="2" charset="2"/>
              </a:rPr>
              <a:t>a.Reverse</a:t>
            </a:r>
            <a:r>
              <a:rPr lang="en-IN" dirty="0">
                <a:sym typeface="Wingdings" panose="05000000000000000000" pitchFamily="2" charset="2"/>
              </a:rPr>
              <a:t>()</a:t>
            </a:r>
          </a:p>
          <a:p>
            <a:r>
              <a:rPr lang="en-IN" dirty="0">
                <a:sym typeface="Wingdings" panose="05000000000000000000" pitchFamily="2" charset="2"/>
              </a:rPr>
              <a:t>When you override equals you must override ______</a:t>
            </a:r>
          </a:p>
          <a:p>
            <a:r>
              <a:rPr lang="en-IN" dirty="0">
                <a:sym typeface="Wingdings" panose="05000000000000000000" pitchFamily="2" charset="2"/>
              </a:rPr>
              <a:t>In </a:t>
            </a:r>
            <a:r>
              <a:rPr lang="en-IN" dirty="0" err="1">
                <a:sym typeface="Wingdings" panose="05000000000000000000" pitchFamily="2" charset="2"/>
              </a:rPr>
              <a:t>referencetype</a:t>
            </a:r>
            <a:r>
              <a:rPr lang="en-IN" dirty="0">
                <a:sym typeface="Wingdings" panose="05000000000000000000" pitchFamily="2" charset="2"/>
              </a:rPr>
              <a:t> </a:t>
            </a:r>
            <a:r>
              <a:rPr lang="en-IN" dirty="0" err="1">
                <a:sym typeface="Wingdings" panose="05000000000000000000" pitchFamily="2" charset="2"/>
              </a:rPr>
              <a:t>eg</a:t>
            </a:r>
            <a:endParaRPr lang="en-IN" dirty="0">
              <a:sym typeface="Wingdings" panose="05000000000000000000" pitchFamily="2" charset="2"/>
            </a:endParaRPr>
          </a:p>
          <a:p>
            <a:r>
              <a:rPr lang="en-IN" dirty="0">
                <a:sym typeface="Wingdings" panose="05000000000000000000" pitchFamily="2" charset="2"/>
              </a:rPr>
              <a:t>employee e1=new Employee(“Vita”)</a:t>
            </a:r>
          </a:p>
          <a:p>
            <a:r>
              <a:rPr lang="en-IN" dirty="0">
                <a:sym typeface="Wingdings" panose="05000000000000000000" pitchFamily="2" charset="2"/>
              </a:rPr>
              <a:t>employee e2=new Employee(“Vita”)</a:t>
            </a:r>
          </a:p>
          <a:p>
            <a:r>
              <a:rPr lang="en-IN" dirty="0">
                <a:sym typeface="Wingdings" panose="05000000000000000000" pitchFamily="2" charset="2"/>
              </a:rPr>
              <a:t>==     =&gt;    reference false</a:t>
            </a:r>
          </a:p>
          <a:p>
            <a:r>
              <a:rPr lang="en-IN" dirty="0">
                <a:sym typeface="Wingdings" panose="05000000000000000000" pitchFamily="2" charset="2"/>
              </a:rPr>
              <a:t>Equals  =  Reference False</a:t>
            </a:r>
          </a:p>
          <a:p>
            <a:r>
              <a:rPr lang="en-IN" dirty="0" err="1">
                <a:sym typeface="Wingdings" panose="05000000000000000000" pitchFamily="2" charset="2"/>
              </a:rPr>
              <a:t>GetHasCode</a:t>
            </a:r>
            <a:r>
              <a:rPr lang="en-IN" dirty="0">
                <a:sym typeface="Wingdings" panose="05000000000000000000" pitchFamily="2" charset="2"/>
              </a:rPr>
              <a:t> same or different </a:t>
            </a:r>
            <a:r>
              <a:rPr lang="en-IN" dirty="0" err="1">
                <a:sym typeface="Wingdings" panose="05000000000000000000" pitchFamily="2" charset="2"/>
              </a:rPr>
              <a:t>ans</a:t>
            </a:r>
            <a:r>
              <a:rPr lang="en-IN" dirty="0">
                <a:sym typeface="Wingdings" panose="05000000000000000000" pitchFamily="2" charset="2"/>
              </a:rPr>
              <a:t> different </a:t>
            </a:r>
          </a:p>
          <a:p>
            <a:r>
              <a:rPr lang="en-IN" dirty="0" err="1">
                <a:sym typeface="Wingdings" panose="05000000000000000000" pitchFamily="2" charset="2"/>
              </a:rPr>
              <a:t>Whe</a:t>
            </a:r>
            <a:r>
              <a:rPr lang="en-IN" dirty="0">
                <a:sym typeface="Wingdings" panose="05000000000000000000" pitchFamily="2" charset="2"/>
              </a:rPr>
              <a:t> u use </a:t>
            </a:r>
            <a:r>
              <a:rPr lang="en-IN" dirty="0" err="1">
                <a:sym typeface="Wingdings" panose="05000000000000000000" pitchFamily="2" charset="2"/>
              </a:rPr>
              <a:t>ToString</a:t>
            </a:r>
            <a:r>
              <a:rPr lang="en-IN" dirty="0">
                <a:sym typeface="Wingdings" panose="05000000000000000000" pitchFamily="2" charset="2"/>
              </a:rPr>
              <a:t> method for e1namespace.classname</a:t>
            </a:r>
          </a:p>
          <a:p>
            <a:r>
              <a:rPr lang="en-IN" dirty="0">
                <a:sym typeface="Wingdings" panose="05000000000000000000" pitchFamily="2" charset="2"/>
              </a:rPr>
              <a:t>Can I override ? Yes in object class it is virtual</a:t>
            </a:r>
          </a:p>
          <a:p>
            <a:r>
              <a:rPr lang="en-IN" dirty="0">
                <a:sym typeface="Wingdings" panose="05000000000000000000" pitchFamily="2" charset="2"/>
              </a:rPr>
              <a:t>______method you may or may not override</a:t>
            </a:r>
          </a:p>
          <a:p>
            <a:r>
              <a:rPr lang="en-IN" dirty="0">
                <a:sym typeface="Wingdings" panose="05000000000000000000" pitchFamily="2" charset="2"/>
              </a:rPr>
              <a:t>_________method child must override </a:t>
            </a:r>
          </a:p>
          <a:p>
            <a:r>
              <a:rPr lang="en-IN" dirty="0">
                <a:sym typeface="Wingdings" panose="05000000000000000000" pitchFamily="2" charset="2"/>
              </a:rPr>
              <a:t>You can not create object of _____________class</a:t>
            </a:r>
          </a:p>
          <a:p>
            <a:r>
              <a:rPr lang="en-IN" dirty="0">
                <a:sym typeface="Wingdings" panose="05000000000000000000" pitchFamily="2" charset="2"/>
              </a:rPr>
              <a:t>Why abstract class  and in frame work where have seen abstract class</a:t>
            </a:r>
          </a:p>
          <a:p>
            <a:r>
              <a:rPr lang="en-IN" dirty="0">
                <a:sym typeface="Wingdings" panose="05000000000000000000" pitchFamily="2" charset="2"/>
              </a:rPr>
              <a:t>Why abstract class has constructor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5149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599</Words>
  <Application>Microsoft Office PowerPoint</Application>
  <PresentationFormat>Widescreen</PresentationFormat>
  <Paragraphs>108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4</cp:revision>
  <dcterms:created xsi:type="dcterms:W3CDTF">2025-09-23T02:45:05Z</dcterms:created>
  <dcterms:modified xsi:type="dcterms:W3CDTF">2025-09-27T03:19:44Z</dcterms:modified>
</cp:coreProperties>
</file>