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EFCD-0A53-8E8A-2B5C-B442811F5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07638-DC89-B9E6-7BDB-EFD37BB7A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84057-3924-1A33-B7D7-25B141AFE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745E6-F5D5-AEF0-9417-2D4D1B5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52A0F-4795-D70A-1F06-D33D6058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73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53E23-B586-AD55-FC5C-E4A3376F8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AC65C-9C54-21D5-2CAB-5C98C1723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BF47E-227A-2816-E4BF-05D00CCA3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568B0-8E76-BA6A-DDBD-1AFA3271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DB80C-C1BC-B61B-F361-3A92CE04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481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1F78-A2C4-EE2F-573D-7267BB4F3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24C6A-467B-0D34-CB84-2AF40207D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F711F-C313-555E-E08B-6E92685CD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1C1CE-A2F0-7098-3F70-7BC9E841B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A5FB8-B56E-F206-0263-9DC64C8F0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445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65DB2-DB2D-1FAD-0AFE-8EC3FF8D7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8F7CD-86F5-D851-B1CB-2FE6BA80B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C1178-F18D-4EBF-EBA8-DA960992E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4BEE9-EDB3-0C85-A009-B5BFF7082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C47B4-E4C6-D4D1-A4D0-765606D37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E318E-BE6E-635B-0531-0C5F76D4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95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00FF-A05C-E8F9-EF3E-8DFB6AD9E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07530-7573-2D5F-D9EF-8DD4785F7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4E428-827A-EAE4-ED74-64B510945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3B0D3-A7E0-71B4-DD26-C85C95AD3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BC3674-2A02-D063-BD0B-5EB1E11766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D1B5A7-9E5E-4987-8CD6-70C6901D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B21B5-742C-9E83-6569-89B101EF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6C357-66AF-25B7-2FB2-5AC40B5F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743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901D-B252-0CB0-327C-955EF86A4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6EE9BC-420A-12CE-6C40-232C1B343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80331-3670-14DD-5037-6D1C5C14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94ECB-8481-7AB1-A461-3E3DA713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581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82C3DD-29A9-17EB-D65B-98A62234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2E66E-C3EF-A151-B97A-51E04380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6D520-13F0-BABE-AAC9-DCA4BBF42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985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00E7-F8BD-1859-61EC-87AAFDDF2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EF903-B72A-F1F5-7737-FA9E77C30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5E1F0-C096-B6D9-8C1F-253A94D98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A2921-E3BA-76C2-C3E8-BC2A59381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D69EB-C61C-FE8A-3EB8-686E340A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87A8E-EC79-E5B1-DB42-0EB7B3A6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230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79D4-FABB-3EC7-92F2-7DC964850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1C5BD1-67C0-87C3-E66D-9D9E16689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BE500-2D70-2681-4490-88180AFF4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7CD2E-6301-AAB4-7E7B-AFD4A73E7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0CACE-876D-DD35-E40F-D11DE6A6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DFDCC-DDFD-BF2E-29B7-854B8179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373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A6BC1-AAF8-9FCC-1404-6417E7C29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B8BAF-7C12-C590-FFC3-865422EB7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216DA-9E17-C898-5E39-DB9FEC3A7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0C415-1780-80BF-F3C6-F24C7D9D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FA189-EB56-C278-B3E5-4B5E019F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55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E6DC-FE32-18E3-88B3-9670C0E6D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5EBD8-1AAF-0578-1288-FB36A9E5C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BB145-F714-E7D6-C2EA-B779572AF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0F233-AB43-804D-8E1C-FE8D2730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4B65A-DDC8-94CC-2A31-6422898FB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35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481E4-CF7B-D574-E286-47DEAFAF7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04AF4-DCE4-ACC6-DC79-4366F87C7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06B85-41CE-0519-6F3C-E0554D223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CB2D7-4E01-43CD-B056-D602E3D90A7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1AB6F-A95C-B05F-49F6-507E56E992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1EA17-B6E5-179C-73DA-0CB66F12B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419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8352C-32D4-45D5-DD83-7B4FC6790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3" y="0"/>
            <a:ext cx="10854267" cy="6176963"/>
          </a:xfrm>
        </p:spPr>
        <p:txBody>
          <a:bodyPr>
            <a:normAutofit fontScale="32500" lnSpcReduction="20000"/>
          </a:bodyPr>
          <a:lstStyle/>
          <a:p>
            <a:r>
              <a:rPr lang="en-IN" dirty="0"/>
              <a:t>What is CLR</a:t>
            </a:r>
          </a:p>
          <a:p>
            <a:r>
              <a:rPr lang="en-IN" dirty="0"/>
              <a:t>What is MSIL</a:t>
            </a:r>
          </a:p>
          <a:p>
            <a:r>
              <a:rPr lang="en-IN" dirty="0"/>
              <a:t>What is CTS</a:t>
            </a:r>
          </a:p>
          <a:p>
            <a:r>
              <a:rPr lang="en-IN" dirty="0"/>
              <a:t>What is CLS</a:t>
            </a:r>
          </a:p>
          <a:p>
            <a:r>
              <a:rPr lang="en-IN" dirty="0"/>
              <a:t>Difference between </a:t>
            </a:r>
            <a:r>
              <a:rPr lang="en-IN" dirty="0" err="1"/>
              <a:t>sbyte</a:t>
            </a:r>
            <a:r>
              <a:rPr lang="en-IN" dirty="0"/>
              <a:t> and byte</a:t>
            </a:r>
          </a:p>
          <a:p>
            <a:r>
              <a:rPr lang="en-IN" dirty="0"/>
              <a:t>Calculation between short and short</a:t>
            </a:r>
          </a:p>
          <a:p>
            <a:r>
              <a:rPr lang="en-IN" dirty="0"/>
              <a:t>What is name space and why name space</a:t>
            </a:r>
          </a:p>
          <a:p>
            <a:r>
              <a:rPr lang="en-IN" dirty="0"/>
              <a:t>Can you have access modifier for name space</a:t>
            </a:r>
          </a:p>
          <a:p>
            <a:r>
              <a:rPr lang="en-IN" dirty="0"/>
              <a:t>What is default access modifier for member of a class</a:t>
            </a:r>
          </a:p>
          <a:p>
            <a:r>
              <a:rPr lang="en-IN" dirty="0"/>
              <a:t>What is default access modifier for top level class</a:t>
            </a:r>
          </a:p>
          <a:p>
            <a:r>
              <a:rPr lang="en-IN" dirty="0"/>
              <a:t>Name all user define types</a:t>
            </a:r>
          </a:p>
          <a:p>
            <a:r>
              <a:rPr lang="en-IN" dirty="0"/>
              <a:t>Difference between value type and reference type name few</a:t>
            </a:r>
          </a:p>
          <a:p>
            <a:r>
              <a:rPr lang="en-IN" dirty="0"/>
              <a:t>Signature of main method</a:t>
            </a:r>
          </a:p>
          <a:p>
            <a:r>
              <a:rPr lang="en-IN" dirty="0"/>
              <a:t>What is console</a:t>
            </a:r>
          </a:p>
          <a:p>
            <a:r>
              <a:rPr lang="en-IN" dirty="0"/>
              <a:t>Name few static class</a:t>
            </a:r>
          </a:p>
          <a:p>
            <a:r>
              <a:rPr lang="en-IN" dirty="0"/>
              <a:t>How to convert string to number ? Which method is better</a:t>
            </a:r>
          </a:p>
          <a:p>
            <a:r>
              <a:rPr lang="en-IN" dirty="0"/>
              <a:t>What is return type of </a:t>
            </a:r>
            <a:r>
              <a:rPr lang="en-IN" dirty="0" err="1"/>
              <a:t>TryParse</a:t>
            </a:r>
            <a:endParaRPr lang="en-IN" dirty="0"/>
          </a:p>
          <a:p>
            <a:r>
              <a:rPr lang="en-IN" dirty="0"/>
              <a:t>When you write </a:t>
            </a:r>
            <a:r>
              <a:rPr lang="en-IN" dirty="0" err="1"/>
              <a:t>int.Parse</a:t>
            </a:r>
            <a:r>
              <a:rPr lang="en-IN" dirty="0"/>
              <a:t>  what is int and what Parse what it return</a:t>
            </a:r>
          </a:p>
          <a:p>
            <a:r>
              <a:rPr lang="en-IN" dirty="0"/>
              <a:t>What is checked key word</a:t>
            </a:r>
          </a:p>
          <a:p>
            <a:r>
              <a:rPr lang="en-IN" dirty="0"/>
              <a:t>How c # file compile</a:t>
            </a:r>
          </a:p>
          <a:p>
            <a:r>
              <a:rPr lang="en-IN" dirty="0"/>
              <a:t>When you compile </a:t>
            </a:r>
            <a:r>
              <a:rPr lang="en-IN" dirty="0" err="1"/>
              <a:t>c#</a:t>
            </a:r>
            <a:r>
              <a:rPr lang="en-IN" dirty="0"/>
              <a:t> file what you get</a:t>
            </a:r>
          </a:p>
          <a:p>
            <a:r>
              <a:rPr lang="en-IN" dirty="0"/>
              <a:t>What is full form of DLL</a:t>
            </a:r>
          </a:p>
          <a:p>
            <a:r>
              <a:rPr lang="en-IN" dirty="0"/>
              <a:t>In which  folder you see your exe or </a:t>
            </a:r>
            <a:r>
              <a:rPr lang="en-IN" dirty="0" err="1"/>
              <a:t>dll</a:t>
            </a:r>
            <a:r>
              <a:rPr lang="en-IN" dirty="0"/>
              <a:t> file</a:t>
            </a:r>
          </a:p>
          <a:p>
            <a:r>
              <a:rPr lang="en-IN" dirty="0"/>
              <a:t>What JIT</a:t>
            </a:r>
          </a:p>
          <a:p>
            <a:r>
              <a:rPr lang="en-IN" dirty="0"/>
              <a:t>What do you mean by demand bases it convert MSIL to Native</a:t>
            </a:r>
          </a:p>
          <a:p>
            <a:r>
              <a:rPr lang="en-IN" dirty="0"/>
              <a:t>Why .NET </a:t>
            </a:r>
          </a:p>
          <a:p>
            <a:r>
              <a:rPr lang="en-IN" dirty="0"/>
              <a:t>What id language </a:t>
            </a:r>
            <a:r>
              <a:rPr lang="en-IN" dirty="0" err="1"/>
              <a:t>iteroperability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053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170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1</cp:revision>
  <dcterms:created xsi:type="dcterms:W3CDTF">2025-09-23T02:45:05Z</dcterms:created>
  <dcterms:modified xsi:type="dcterms:W3CDTF">2025-09-23T05:54:31Z</dcterms:modified>
</cp:coreProperties>
</file>