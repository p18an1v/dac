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BC430-D158-4711-9BDE-0A341E4FD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2F651-859F-4CA3-BC31-D3698F97B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97CB-86C2-46C8-BFC6-9523112C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6EA06-D539-402F-AAA6-2EBCDD51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64AA7-1243-47B4-A3BB-F74DDBD8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72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6F03D-65AA-46AE-9E0B-098F4718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B7F9C-5459-4A42-BEA0-52B434A17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AF523-66EB-45AD-9F0A-7784CF94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85297-5E6D-46CF-8EEC-26843A98C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817E-BA66-435C-B35E-05D66160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22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DCC6-FC61-4416-9452-602D98EC3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6132D-5E0A-44DA-8A60-1D43F61C7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CD087-B39B-4158-9B12-CBB29FA85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EECD0-64E0-44B0-BA31-7CFAF0B2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F3729-73FD-4F0F-B492-D32FC3FF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33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7ECEE-C198-4938-BCD9-91E1204D0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3C0B6-1223-46CC-B196-3D761AEDF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0016B-397B-452C-8892-F3D2FE0AE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3AEE9-AD59-4BF7-9DD8-5226C71F5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AA6B1-14B4-4EC2-84B7-5B9D5AD0E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2DE00-93A3-455D-A62D-790D2DD90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81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9C44B-F467-4850-99DB-AB5F24AAF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5645A-8299-4A2A-B9EF-E8A8A1C77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D5C19-6083-4E68-8DF2-F6A9B6872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24853-44B9-4CB7-BB5B-4283C973F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3C625-A5EA-427C-8503-C04927C9D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678178-6F05-41CB-9D62-D6A248621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B87C6-E08F-41D8-BEA9-859C6528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AD2276-A552-4E7F-A820-D6477B6D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60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89F0-6D7B-4F0C-A559-F87465B2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66134-FAC4-42E7-ACF0-2AF5617D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C3688-6D8C-4992-8F7E-F5115820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D71F7-4683-4792-90B6-61052CEA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23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767C8-CFCF-4700-B50F-34281A0A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83DC63-956B-43D9-9CBC-F8519CC4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1771F-03A2-423B-A591-D0D75F2D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1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30B2-5DCB-46FF-A1BE-23FAC7CAE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BDE7-8773-450B-886C-C717FFD4E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18F9B-2E73-4B33-9BF0-5708C439D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79BBC-5979-449B-9375-8519D3C46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C0BC0-277F-4CAA-8E99-F75912BC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68FE8-CBCB-49D2-9C34-771BD289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16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5593-0EF5-41E1-BAF6-6BFFDF341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213B6-8458-400E-8764-D6D4825CB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211D7-E5AB-408A-895B-FAD22A76A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9DB1D-2DAD-4F85-928D-801CAB4D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A53AC-452C-4FAD-AC3E-A924A4547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5137B-BA08-4807-9897-3F4A1A18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48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4EA9-F17A-468D-AADE-7510C036B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8F2E0-3091-49CB-99C0-BD3259569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F6BD7-5967-406C-807F-1688A64B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7D9EF-C86C-4C30-905B-CDCE3059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33C3C-1C33-4C19-9E38-4D5A2E80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2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29EC6-2B0C-49AF-B9D8-1C4D7E8CC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32F22-E9B2-4DD3-A8A3-7410E3091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28AF1-94B2-4D3C-9039-CD50E52E5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F18BC-76B9-4C21-934D-7BBDC9B8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D8EA3-C3C3-406C-9364-CCC740F5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3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6E3F88-BEEC-4975-BFE8-CD54E6120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17FCF-6A92-409C-9683-AEF7629A6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F3B06-EC82-4FE1-A405-22449B37D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B25FE-2F2D-45FB-B934-B5ECBF3B572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1EB0D-9519-4857-A196-C5056AA10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1DAF2-374C-4555-8506-73C62A68E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70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12BD21-7EB3-4863-9A60-4067EBBD0D90}"/>
              </a:ext>
            </a:extLst>
          </p:cNvPr>
          <p:cNvSpPr txBox="1"/>
          <p:nvPr/>
        </p:nvSpPr>
        <p:spPr>
          <a:xfrm>
            <a:off x="2271252" y="3069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ViewData</a:t>
            </a:r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VS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ViewBag</a:t>
            </a:r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VS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TempData</a:t>
            </a:r>
            <a:endParaRPr lang="en-IN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5D94C0-BC29-4D0F-9DC6-12886B3FD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514778"/>
              </p:ext>
            </p:extLst>
          </p:nvPr>
        </p:nvGraphicFramePr>
        <p:xfrm>
          <a:off x="678425" y="914399"/>
          <a:ext cx="10982631" cy="4594989"/>
        </p:xfrm>
        <a:graphic>
          <a:graphicData uri="http://schemas.openxmlformats.org/drawingml/2006/table">
            <a:tbl>
              <a:tblPr/>
              <a:tblGrid>
                <a:gridCol w="3660877">
                  <a:extLst>
                    <a:ext uri="{9D8B030D-6E8A-4147-A177-3AD203B41FA5}">
                      <a16:colId xmlns:a16="http://schemas.microsoft.com/office/drawing/2014/main" val="3695365734"/>
                    </a:ext>
                  </a:extLst>
                </a:gridCol>
                <a:gridCol w="3660877">
                  <a:extLst>
                    <a:ext uri="{9D8B030D-6E8A-4147-A177-3AD203B41FA5}">
                      <a16:colId xmlns:a16="http://schemas.microsoft.com/office/drawing/2014/main" val="780718365"/>
                    </a:ext>
                  </a:extLst>
                </a:gridCol>
                <a:gridCol w="3660877">
                  <a:extLst>
                    <a:ext uri="{9D8B030D-6E8A-4147-A177-3AD203B41FA5}">
                      <a16:colId xmlns:a16="http://schemas.microsoft.com/office/drawing/2014/main" val="200532862"/>
                    </a:ext>
                  </a:extLst>
                </a:gridCol>
              </a:tblGrid>
              <a:tr h="192210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ViewData</a:t>
                      </a:r>
                      <a:endParaRPr lang="en-IN" sz="1800">
                        <a:effectLst/>
                      </a:endParaRP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ViewBag</a:t>
                      </a:r>
                      <a:endParaRPr lang="en-IN" sz="1800">
                        <a:effectLst/>
                      </a:endParaRP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TempData</a:t>
                      </a:r>
                      <a:endParaRPr lang="en-IN" sz="1800">
                        <a:effectLst/>
                      </a:endParaRP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645453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It is Key-Value Dictionary collection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It is a type object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It is Key-Value Dictionary collection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685998"/>
                  </a:ext>
                </a:extLst>
              </a:tr>
              <a:tr h="624679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ViewData is a dictionary object and it is property of ControllerBase class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ViewBag is Dynamic property of ControllerBase class.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TempData is a dictionary object and it is property of controllerBase class.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03140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ViewData is Faster than ViewBag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ViewBag is slower than ViewData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NA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045107"/>
                  </a:ext>
                </a:extLst>
              </a:tr>
              <a:tr h="768836"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</a:rPr>
                        <a:t>ViewData</a:t>
                      </a:r>
                      <a:r>
                        <a:rPr lang="en-US" sz="1800" dirty="0">
                          <a:effectLst/>
                        </a:rPr>
                        <a:t> is introduced in MVC 1.0 and available in MVC 1.0 and above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ViewBag is introduced in MVC 3.0 and available in MVC 3.0 and above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TempData is also introduced in MVC1.0 and available in MVC 1.0 and above.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622412"/>
                  </a:ext>
                </a:extLst>
              </a:tr>
              <a:tr h="768836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Type Conversion code is required while enumerating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 depth, ViewBag is used dynamic, so there is no need to type conversion while enumerating.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Type Conversion code is required while enumerating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171194"/>
                  </a:ext>
                </a:extLst>
              </a:tr>
              <a:tr h="624679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Its value becomes null if redirection has occurred.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Same as ViewData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TempData is used to pass data between two consecutive requests.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51445"/>
                  </a:ext>
                </a:extLst>
              </a:tr>
              <a:tr h="624679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It lies only during the current request.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Same as </a:t>
                      </a:r>
                      <a:r>
                        <a:rPr lang="en-IN" sz="1800" dirty="0" err="1">
                          <a:effectLst/>
                        </a:rPr>
                        <a:t>ViewData</a:t>
                      </a:r>
                      <a:endParaRPr lang="en-IN" sz="1800" dirty="0">
                        <a:effectLst/>
                      </a:endParaRP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</a:rPr>
                        <a:t>TempData</a:t>
                      </a:r>
                      <a:r>
                        <a:rPr lang="en-US" sz="1800" dirty="0">
                          <a:effectLst/>
                        </a:rPr>
                        <a:t> only works during the current and subsequent request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34649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2B574AB-07A4-E7CD-CDF2-C036397A8504}"/>
              </a:ext>
            </a:extLst>
          </p:cNvPr>
          <p:cNvSpPr txBox="1"/>
          <p:nvPr/>
        </p:nvSpPr>
        <p:spPr>
          <a:xfrm>
            <a:off x="5394463" y="5747508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In the internal mechanism, temp data is basically used session variables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It is mainly used for store data as a one time message.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00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209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Google Sans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22</cp:revision>
  <dcterms:created xsi:type="dcterms:W3CDTF">2021-10-17T16:41:49Z</dcterms:created>
  <dcterms:modified xsi:type="dcterms:W3CDTF">2025-10-17T13:13:18Z</dcterms:modified>
</cp:coreProperties>
</file>