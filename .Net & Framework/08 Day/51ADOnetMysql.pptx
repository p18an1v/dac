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3" r:id="rId3"/>
    <p:sldId id="256" r:id="rId4"/>
    <p:sldId id="258" r:id="rId5"/>
    <p:sldId id="276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686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5663-5F42-813D-5E32-2246348F0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E46A3-D08C-E54B-B481-18C968426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8DF0B-4C1C-F01A-844A-BA176369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A8D32-A4E0-E5E6-66A4-BB1754E0B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14FF3-BE93-378A-8213-91DCF941F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17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0E84-6130-A193-004D-CFDDCC48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BD49A-53E2-99E7-E4FC-17478FDF0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BC9AF-C21E-FA14-6067-D95BD11DA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EA7D8-B92B-64B9-3263-4CB79280C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86F94-0AA1-5BCB-1D84-9AAB653F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510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0C67-0597-AF37-7E92-B6A7490B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A3779-D62C-5852-B321-D1D22B2BC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A4761-7DE1-50E2-9FEE-E5512D74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527A6-D67C-3CAF-2198-D402BC4F8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35C67-0BB1-7CB3-356F-0718573C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68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0F3B-2013-E07A-D8D0-73C68630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36260-4F68-888A-DE81-42D8764A3C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51FA8-E5C8-A133-625B-F75C0D84E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74FA9-0DC3-89DD-2C2C-0CD4031F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31272-3D25-D5E7-A7B7-A003D6E3B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7B644-A531-1C11-7374-C479C7B1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297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B269-7D06-BE38-9B6F-64439BAD6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E1273-C17D-4E1B-FE0F-A921F523A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71ECB-51C9-608F-9062-09754AA01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CD2E4-971E-77E5-26C4-4923A7574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0AC00-CF4B-31DC-1E29-B54176EC9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81B58-55FE-94A9-8D27-969C74CA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A8604-E71C-416F-CBF8-D00F5174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B316C9-DB48-AA7D-B6D1-40CB72CD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512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F02F-7E56-E2BA-AECD-2F00C643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49DAD2-ABEB-6814-2A6F-9E7303C31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701C3-153C-FBB9-9C5B-6ECBD6C6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1A4A4-38F5-5932-D0F0-CAC5B03E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804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063569-B5D9-3377-0D67-591CB063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1989C-49C4-CEB1-2B42-2D1C2E33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9F852-AC9D-75E9-D0A8-0BFA04DF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455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9CB7-5CE4-88EF-D605-B3CBE5EE3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4B7A4-47FB-9BB4-D32E-C520779D6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6384C-7C4B-D4CA-5CF7-C7542CA16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D2F6B-D358-5515-85D1-F8C98929B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D68F8-3A4C-F087-605A-C24620AE0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BCB8C-60D9-6197-33FB-C27D1F91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8686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FE6D-EFC3-B5DC-D909-81E30D2DB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2893C-C9CF-67E8-9AB6-6FC5D3178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54426-C75B-116A-A116-A5FDB6046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E7F23-0C77-E453-8817-9D088E63C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E725A-2812-EA46-4311-9C65E6CC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C310E-7063-ACE2-28D5-BE5F384A4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556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19AF-AB48-D639-F398-A6F0D999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A90D2-46DA-D715-C6F8-90BF6A3A1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39C6F-70C3-139C-523B-26F8516B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5C3B8-D6B5-0C9B-65ED-4950F7C1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D125A-F9EF-9EDB-ADE5-AA0287BC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5855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C0ADE9-8059-8D36-2BB3-D7CE73B11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7C7B0-A536-3B6F-0DE4-F3FB689DE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9DBA0-B4D2-1BB8-6BA3-025AE8358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08E52-36F3-0652-27D2-EADB6227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D75B0-ABF7-A7F1-C3B3-8A3A9A1B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00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95DAE-8D40-48D8-9186-8F6E49074241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0431CD-A3E6-442B-BD2B-DD2408C4D7A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806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D7B965-42D1-4F1E-85FE-E4FD5F47E38B}"/>
              </a:ext>
            </a:extLst>
          </p:cNvPr>
          <p:cNvSpPr/>
          <p:nvPr userDrawn="1"/>
        </p:nvSpPr>
        <p:spPr>
          <a:xfrm>
            <a:off x="0" y="6567586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B0A6D-6C98-72D7-8E3E-CC37D689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92C43-C52F-94D7-4C62-F2982CE0C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339A1-0CCE-631D-AD95-4FD277C60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D4C24-6004-4CF3-B80E-06205CBE42B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403A9-A0D8-1ED9-7B5E-4D93F3090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7D3A9-29E0-6C11-1924-2A251F535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39F4B-F8AF-4015-AD7E-D7CF9C6D0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88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/>
              <a:t>ketkiacharya</a:t>
            </a:r>
            <a:r>
              <a:rPr lang="en-IN" sz="1350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://1.bp.blogspot.com/-sJysro1bSzs/UIhWKjRUjRI/AAAAAAAAApI/Fc4Z2lIJAME/s400/What%2Bis%2BADO.NET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85801"/>
            <a:ext cx="76962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474DDD-D116-5544-3C75-CCDF80DD3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8226190" cy="38310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CFEA31-F5CF-4B90-3D0F-CEFDA7BCF51D}"/>
              </a:ext>
            </a:extLst>
          </p:cNvPr>
          <p:cNvSpPr txBox="1"/>
          <p:nvPr/>
        </p:nvSpPr>
        <p:spPr>
          <a:xfrm>
            <a:off x="228600" y="4495800"/>
            <a:ext cx="74676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900" dirty="0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 err="1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ConnectionStrings</a:t>
            </a:r>
            <a:r>
              <a:rPr lang="en-IN" sz="900" dirty="0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"Default"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"Server=</a:t>
            </a:r>
            <a:r>
              <a:rPr lang="en-IN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localhost;User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ID=</a:t>
            </a:r>
            <a:r>
              <a:rPr lang="en-IN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root;Password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root;Database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mydb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99AE3A-0D06-6D98-7F65-6AC1FC51C564}"/>
              </a:ext>
            </a:extLst>
          </p:cNvPr>
          <p:cNvSpPr txBox="1"/>
          <p:nvPr/>
        </p:nvSpPr>
        <p:spPr>
          <a:xfrm>
            <a:off x="220133" y="5429071"/>
            <a:ext cx="762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Also install </a:t>
            </a:r>
          </a:p>
          <a:p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Microsoft.Extensions.Configuration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dirty="0" err="1"/>
              <a:t>Microsoft.Extensions.Configuration.FileExtensions</a:t>
            </a:r>
            <a:endParaRPr lang="en-IN" dirty="0"/>
          </a:p>
          <a:p>
            <a:r>
              <a:rPr lang="en-IN" dirty="0" err="1"/>
              <a:t>Microsoft.Extensions.Configuration.Json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72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DDA0D1-F5BF-887F-492E-D137407D9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"/>
            <a:ext cx="3086100" cy="50499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049AAB-8EAF-74DA-397D-71085933EE48}"/>
              </a:ext>
            </a:extLst>
          </p:cNvPr>
          <p:cNvSpPr txBox="1"/>
          <p:nvPr/>
        </p:nvSpPr>
        <p:spPr>
          <a:xfrm>
            <a:off x="4148667" y="685800"/>
            <a:ext cx="457200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CREATE TABLE product (   </a:t>
            </a:r>
          </a:p>
          <a:p>
            <a:r>
              <a:rPr lang="en-US" dirty="0"/>
              <a:t> Id INT AUTO_INCREMENT PRIMARY KEY,    name VARCHAR(100) NOT NULL,  </a:t>
            </a:r>
          </a:p>
          <a:p>
            <a:r>
              <a:rPr lang="en-US" dirty="0"/>
              <a:t>price DECIMAL(10,2) NOT NULL,  </a:t>
            </a:r>
          </a:p>
          <a:p>
            <a:r>
              <a:rPr lang="en-US" dirty="0"/>
              <a:t>qty INT NOT NULL);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581885-8BAE-0605-8374-81769BE86024}"/>
              </a:ext>
            </a:extLst>
          </p:cNvPr>
          <p:cNvSpPr txBox="1"/>
          <p:nvPr/>
        </p:nvSpPr>
        <p:spPr>
          <a:xfrm>
            <a:off x="4267200" y="2819400"/>
            <a:ext cx="457200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INSERT INTO product (name, price, qty)</a:t>
            </a:r>
          </a:p>
          <a:p>
            <a:r>
              <a:rPr lang="en-US" dirty="0"/>
              <a:t>VALUES ('Laptop', 75000.00, 10),</a:t>
            </a:r>
          </a:p>
          <a:p>
            <a:r>
              <a:rPr lang="en-US" dirty="0"/>
              <a:t>       ('Mouse', 500.00, 50),</a:t>
            </a:r>
          </a:p>
          <a:p>
            <a:r>
              <a:rPr lang="en-US" dirty="0"/>
              <a:t>       ('Keyboard', 1500.00, 30),</a:t>
            </a:r>
          </a:p>
          <a:p>
            <a:r>
              <a:rPr lang="en-US" dirty="0"/>
              <a:t>       ('Monitor', 12000.00, 20);</a:t>
            </a:r>
          </a:p>
        </p:txBody>
      </p:sp>
    </p:spTree>
    <p:extLst>
      <p:ext uri="{BB962C8B-B14F-4D97-AF65-F5344CB8AC3E}">
        <p14:creationId xmlns:p14="http://schemas.microsoft.com/office/powerpoint/2010/main" val="287400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96B15C-A63D-6ED4-25AD-54E636E6803A}"/>
              </a:ext>
            </a:extLst>
          </p:cNvPr>
          <p:cNvSpPr txBox="1"/>
          <p:nvPr/>
        </p:nvSpPr>
        <p:spPr>
          <a:xfrm>
            <a:off x="76200" y="-1"/>
            <a:ext cx="9067800" cy="67403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Microsoft.Extensions.Configuration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MySqlConnector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CAmysql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Productlayer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Productlayer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_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iconfiguration.GetConnectionString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"Default"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Products()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MySqlConnection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MySqlConnection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(_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Pass the connection to the command object, so the command object knows on which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connection to execute the command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MySqlCommand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cmd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MySqlCommand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"Select * from Product"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con);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Open the connection. Otherwise you get a runtime error. An open connection is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required to execute the command           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con.Open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"connected"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MySqlDataReader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cmd.ExecuteReader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//returns object of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sqldatareder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rdr.HasRows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rdr.Read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"{0} {1} {2} {3}"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"Id"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"Price"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rdr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"Qty"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 }</a:t>
            </a:r>
          </a:p>
        </p:txBody>
      </p:sp>
    </p:spTree>
    <p:extLst>
      <p:ext uri="{BB962C8B-B14F-4D97-AF65-F5344CB8AC3E}">
        <p14:creationId xmlns:p14="http://schemas.microsoft.com/office/powerpoint/2010/main" val="3875111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0A5CD3-3AD0-4491-0E03-C928169FFE80}"/>
              </a:ext>
            </a:extLst>
          </p:cNvPr>
          <p:cNvSpPr txBox="1"/>
          <p:nvPr/>
        </p:nvSpPr>
        <p:spPr>
          <a:xfrm>
            <a:off x="897467" y="228600"/>
            <a:ext cx="8229600" cy="61863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      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GetAppSettingsFile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Printproduct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GetAppSettingsFile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builder =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ConfigurationBuilder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SetBasePath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Directory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.GetCurrentDirectory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AddJsonFile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appsettings.json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optional: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reloadOnChange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_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builder.Build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Printproduct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Productlayer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obj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Productlayer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(_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obj.Products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559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12956</TotalTime>
  <Words>477</Words>
  <Application>Microsoft Office PowerPoint</Application>
  <PresentationFormat>On-screen Show (4:3)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Cascadia Mono</vt:lpstr>
      <vt:lpstr>Garamond</vt:lpstr>
      <vt:lpstr>Trebuchet MS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Theory</dc:creator>
  <cp:lastModifiedBy>sriram mantri vidyanidhi infotech academy</cp:lastModifiedBy>
  <cp:revision>203</cp:revision>
  <dcterms:created xsi:type="dcterms:W3CDTF">2012-05-23T09:27:36Z</dcterms:created>
  <dcterms:modified xsi:type="dcterms:W3CDTF">2025-10-04T06:14:25Z</dcterms:modified>
</cp:coreProperties>
</file>