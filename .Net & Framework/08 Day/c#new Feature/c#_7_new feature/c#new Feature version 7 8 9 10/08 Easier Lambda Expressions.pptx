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780C-2497-FC1B-4250-0B5163BD8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607E6-324F-6E4F-429F-F7B4FF022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05DC0-3372-8FC1-E033-27B856C1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64F0-3873-F567-8D23-2C25DF13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B7843-24C7-5431-7021-5893DCFB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91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916B-F5E1-513A-0297-0DBEB18C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AAE6E-7258-5CC8-D5C6-EA21297D2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6E9D8-61BC-8660-453B-FA930651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095BD-D67F-396F-D302-BD3126CC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B5794-F0A2-6C88-3B33-947788DF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6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75A7-F1E3-C76B-D012-A51962BD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DB17B-E587-E1A7-4BA9-701209D00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6207C-BCA1-4519-83F5-F22101F7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68ED0-EC01-E7C9-8AEA-60C9B660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D0D5A-30C7-C5B6-F726-F90634B2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98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7885-483C-F861-5FF7-4B89FBCD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D451-DD76-2A9C-B5A5-D4202DF38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1155C-4169-95DC-1B82-D145E10FB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CFF99-AC8A-32E6-B0A4-63B50CB7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559F5-29EE-1CF4-8353-55BD1BC5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DCBB8-5462-3DBB-DEEC-385CF8AC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68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3E80-33D7-33DC-DBF9-81A61526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AE4AD-10D6-2171-657D-F145263D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70EE4-923A-3766-6DD5-B11789C0C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8A5E8-B2CA-6B07-3975-B4FF1CE45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6B583-F869-3992-5EB4-BEF1F29EA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A488DD-CC5D-AC0F-6D98-77B9A66D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F1E21-B778-668B-A124-E4FF8912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D1662-3998-13A1-E506-5DD62B4F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1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A598-0432-9D17-6A12-3C8E7D30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59BCE-3726-0D2E-F72A-3728AAB8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D4E4C-642B-0713-FDDF-388041E9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7EC2F-4F44-88C2-4085-80D359D2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93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116B3-0A81-234F-98D4-6CEE350B0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1428F-D7A8-D263-F4DC-321FC077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7AA19-E051-D909-6426-CA0161D4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03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8554-DA7C-C2F8-FE32-0C51516A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7AA0A-64C9-3AF7-03F6-F2989E973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5A074-3B2A-331F-1281-E2BD5930D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665C9-6DC2-F959-7B60-D3776260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5B6EC-C694-393E-5219-36AC4840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C04FC-C717-2E28-AE41-8E6FF1BD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6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8491-5968-FFD1-8C05-46E88E01B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6DA5D-DD4C-6429-3B4E-0499459EF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87A01-AE44-0A15-A684-46C6F31AD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BE682-0363-1317-85DB-AE736CA8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E97A9-CCAF-AC27-0F9A-34165D35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92872-DE95-4C1F-4A24-0E2CC01E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23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A321-5B64-F001-B612-FDAB8A1D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E43A1-9AD2-5966-8C02-1C7567159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32D10-9673-E114-A35A-1D9C66C6F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77E59-883B-CC75-995B-6BC8F89D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43BAA-66BB-882E-9A51-E55D8587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0FB1E-EB4E-F312-3C53-ED94182EE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2B0A4-6D0F-C78B-9733-F10C5E8D6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88B72-0986-842A-93D1-F5040331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94A0A-266F-2A11-97A6-55F473A5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38B73-4550-624C-E1AA-8EB4FE0A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8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74943-11E7-3290-48A5-51E2D637B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C3B93-81FB-D6F1-3772-D98CCF961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F25A3-3FD1-2928-9EB7-5F0391838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0E066-867E-481E-A912-ED29BB16377E}" type="datetimeFigureOut">
              <a:rPr lang="en-IN" smtClean="0"/>
              <a:t>02-11-2023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3D46-A77F-1E4F-7E24-ACDBE0AB8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ACC54-D29D-5345-AB23-ECFE311B1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54861-62BC-4873-87CB-271652841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22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EC2BAA-FF94-662C-DD1D-15832B04AD5E}"/>
              </a:ext>
            </a:extLst>
          </p:cNvPr>
          <p:cNvSpPr txBox="1"/>
          <p:nvPr/>
        </p:nvSpPr>
        <p:spPr>
          <a:xfrm>
            <a:off x="3048786" y="-14177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Easier Lambda 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9A894-0C0A-A3B7-0597-BFC3020106F5}"/>
              </a:ext>
            </a:extLst>
          </p:cNvPr>
          <p:cNvSpPr txBox="1"/>
          <p:nvPr/>
        </p:nvSpPr>
        <p:spPr>
          <a:xfrm>
            <a:off x="143758" y="392593"/>
            <a:ext cx="6285321" cy="38087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Action&lt;</a:t>
            </a:r>
            <a:r>
              <a:rPr lang="en-US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ConsoleColor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s,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color) =&gt;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};</a:t>
            </a:r>
          </a:p>
          <a:p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sv-SE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Func&lt;</a:t>
            </a:r>
            <a:r>
              <a:rPr lang="sv-SE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sv-SE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, </a:t>
            </a:r>
            <a:r>
              <a:rPr lang="sv-SE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sv-SE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 </a:t>
            </a:r>
            <a:r>
              <a:rPr lang="sv-SE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upper = (</a:t>
            </a:r>
            <a:r>
              <a:rPr lang="sv-SE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sv-SE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s) =&gt; s.ToUpperInvariant();</a:t>
            </a:r>
          </a:p>
          <a:p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ConsoleColor.Cyan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(upper(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"This should be default color"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"Bye"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ConsoleColor.Yellow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62F12-91D0-5297-F737-16ACBB433429}"/>
              </a:ext>
            </a:extLst>
          </p:cNvPr>
          <p:cNvSpPr txBox="1"/>
          <p:nvPr/>
        </p:nvSpPr>
        <p:spPr>
          <a:xfrm>
            <a:off x="275734" y="5265078"/>
            <a:ext cx="10678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Notice in the preceding code the lambda statement </a:t>
            </a:r>
            <a:r>
              <a:rPr lang="en-US" b="1" i="0" dirty="0" err="1">
                <a:solidFill>
                  <a:srgbClr val="444444"/>
                </a:solidFill>
                <a:effectLst/>
                <a:latin typeface="Alegreya Sans"/>
              </a:rPr>
              <a:t>writeWithColor</a:t>
            </a:r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 and the lambda expression </a:t>
            </a:r>
            <a:r>
              <a:rPr lang="en-US" b="1" i="0" dirty="0">
                <a:solidFill>
                  <a:srgbClr val="444444"/>
                </a:solidFill>
                <a:effectLst/>
                <a:latin typeface="Alegreya Sans"/>
              </a:rPr>
              <a:t>upper</a:t>
            </a:r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 both need explicit delegate types: </a:t>
            </a:r>
            <a:r>
              <a:rPr lang="en-US" b="1" i="0" dirty="0">
                <a:solidFill>
                  <a:srgbClr val="444444"/>
                </a:solidFill>
                <a:effectLst/>
                <a:latin typeface="Alegreya Sans"/>
              </a:rPr>
              <a:t>Action&lt;string, </a:t>
            </a:r>
            <a:r>
              <a:rPr lang="en-US" b="1" i="0" dirty="0" err="1">
                <a:solidFill>
                  <a:srgbClr val="444444"/>
                </a:solidFill>
                <a:effectLst/>
                <a:latin typeface="Alegreya Sans"/>
              </a:rPr>
              <a:t>ConsoleColor</a:t>
            </a:r>
            <a:r>
              <a:rPr lang="en-US" b="1" i="0" dirty="0">
                <a:solidFill>
                  <a:srgbClr val="444444"/>
                </a:solidFill>
                <a:effectLst/>
                <a:latin typeface="Alegreya Sans"/>
              </a:rPr>
              <a:t>&gt;</a:t>
            </a:r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 and </a:t>
            </a:r>
            <a:r>
              <a:rPr lang="en-US" b="1" i="0" dirty="0" err="1">
                <a:solidFill>
                  <a:srgbClr val="444444"/>
                </a:solidFill>
                <a:effectLst/>
                <a:latin typeface="Alegreya Sans"/>
              </a:rPr>
              <a:t>Func</a:t>
            </a:r>
            <a:r>
              <a:rPr lang="en-US" b="1" i="0" dirty="0">
                <a:solidFill>
                  <a:srgbClr val="444444"/>
                </a:solidFill>
                <a:effectLst/>
                <a:latin typeface="Alegreya Sans"/>
              </a:rPr>
              <a:t>&lt;string, string&gt;</a:t>
            </a:r>
            <a:endParaRPr lang="en-US" b="0" i="0" dirty="0">
              <a:solidFill>
                <a:srgbClr val="444444"/>
              </a:solidFill>
              <a:effectLst/>
              <a:latin typeface="Alegreya Sans"/>
            </a:endParaRP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From C# 10 we can make use of the new feature of “natural” lambda expression types.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This “natural type” is inferred by the compiler when it can, this means in C# we could just use var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C864A8-53D9-A305-0FF0-471F85DA6DBF}"/>
              </a:ext>
            </a:extLst>
          </p:cNvPr>
          <p:cNvSpPr txBox="1"/>
          <p:nvPr/>
        </p:nvSpPr>
        <p:spPr>
          <a:xfrm>
            <a:off x="6688710" y="481078"/>
            <a:ext cx="5179636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var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s,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color) =&gt;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};</a:t>
            </a:r>
          </a:p>
          <a:p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sv-SE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var</a:t>
            </a:r>
            <a:r>
              <a:rPr lang="sv-SE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sv-SE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upper = (</a:t>
            </a:r>
            <a:r>
              <a:rPr lang="sv-SE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sv-SE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s) =&gt; s.ToUpperInvariant();</a:t>
            </a:r>
          </a:p>
          <a:p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ConsoleColor.Cyan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(upper(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"This should be default color"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"Bye"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ConsoleColor.Yellow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20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673384D-759F-7FFF-F76B-E7063FDC9EC7}"/>
              </a:ext>
            </a:extLst>
          </p:cNvPr>
          <p:cNvCxnSpPr>
            <a:cxnSpLocks/>
          </p:cNvCxnSpPr>
          <p:nvPr/>
        </p:nvCxnSpPr>
        <p:spPr>
          <a:xfrm flipH="1">
            <a:off x="9859617" y="392593"/>
            <a:ext cx="824948" cy="422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9C7F076-F443-786F-5597-5136ED175B2F}"/>
              </a:ext>
            </a:extLst>
          </p:cNvPr>
          <p:cNvSpPr txBox="1"/>
          <p:nvPr/>
        </p:nvSpPr>
        <p:spPr>
          <a:xfrm>
            <a:off x="9632041" y="59347"/>
            <a:ext cx="2495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type in parameter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44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705AB2-3D1E-D140-E4A4-6C508016A2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475" b="28248"/>
          <a:stretch/>
        </p:blipFill>
        <p:spPr>
          <a:xfrm>
            <a:off x="0" y="0"/>
            <a:ext cx="7013542" cy="4920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ADA3BE-94EC-EC94-2CD8-730ED03E8DA3}"/>
              </a:ext>
            </a:extLst>
          </p:cNvPr>
          <p:cNvSpPr txBox="1"/>
          <p:nvPr/>
        </p:nvSpPr>
        <p:spPr>
          <a:xfrm>
            <a:off x="464271" y="5143661"/>
            <a:ext cx="10895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natural type inference will not always be possible,</a:t>
            </a:r>
          </a:p>
          <a:p>
            <a:r>
              <a:rPr lang="en-US" dirty="0"/>
              <a:t> for example when you haven’t defined lambda parameter types like: var upper = (s) =&gt; </a:t>
            </a:r>
            <a:r>
              <a:rPr lang="en-US" dirty="0" err="1"/>
              <a:t>s.ToUpperInvariant</a:t>
            </a:r>
            <a:r>
              <a:rPr lang="en-US" dirty="0"/>
              <a:t>(); </a:t>
            </a:r>
          </a:p>
          <a:p>
            <a:endParaRPr lang="en-US" dirty="0"/>
          </a:p>
          <a:p>
            <a:r>
              <a:rPr lang="en-US" dirty="0"/>
              <a:t>If you tried to compile this line of code you would get: Error    CS8917    The delegate type could not be inferred.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6B8CF7-53B2-15CE-45E3-6627E345BFF0}"/>
              </a:ext>
            </a:extLst>
          </p:cNvPr>
          <p:cNvSpPr txBox="1"/>
          <p:nvPr/>
        </p:nvSpPr>
        <p:spPr>
          <a:xfrm>
            <a:off x="6808510" y="890735"/>
            <a:ext cx="522951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Action&lt;</a:t>
            </a:r>
            <a:r>
              <a:rPr lang="en-US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ConsoleColor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( </a:t>
            </a:r>
            <a:r>
              <a:rPr lang="en-US" sz="9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s, color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Console.ForegroundColor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sv-SE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Func&lt;</a:t>
            </a:r>
            <a:r>
              <a:rPr lang="sv-SE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sv-SE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, </a:t>
            </a:r>
            <a:r>
              <a:rPr lang="sv-SE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sv-SE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 upper = (</a:t>
            </a:r>
            <a:r>
              <a:rPr lang="sv-SE" sz="9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</a:t>
            </a:r>
            <a:r>
              <a:rPr lang="sv-SE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 </a:t>
            </a:r>
            <a:r>
              <a:rPr lang="sv-SE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=&gt; s.ToUpperInvariant();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ConsoleColor.Cyan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(upper(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"This should be default color"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writeWithColor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"Bye"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ConsoleColor.Yellow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309AF-8C84-FA05-41F3-93F2ABECEB40}"/>
              </a:ext>
            </a:extLst>
          </p:cNvPr>
          <p:cNvCxnSpPr/>
          <p:nvPr/>
        </p:nvCxnSpPr>
        <p:spPr>
          <a:xfrm>
            <a:off x="10118035" y="514010"/>
            <a:ext cx="646043" cy="83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5BDE918-29E2-EF3C-FE0D-2DE09E333FE3}"/>
              </a:ext>
            </a:extLst>
          </p:cNvPr>
          <p:cNvSpPr txBox="1"/>
          <p:nvPr/>
        </p:nvSpPr>
        <p:spPr>
          <a:xfrm>
            <a:off x="9392478" y="278296"/>
            <a:ext cx="196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data type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5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4178B0-A1A7-2103-6CC0-C88BF3D2762E}"/>
              </a:ext>
            </a:extLst>
          </p:cNvPr>
          <p:cNvSpPr txBox="1"/>
          <p:nvPr/>
        </p:nvSpPr>
        <p:spPr>
          <a:xfrm>
            <a:off x="1572" y="169931"/>
            <a:ext cx="11763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From C# 10, you can specify an explicit return type for a lambda expression where the compiler can’t work it out for you.</a:t>
            </a:r>
          </a:p>
          <a:p>
            <a:endParaRPr lang="en-US" dirty="0">
              <a:solidFill>
                <a:srgbClr val="444444"/>
              </a:solidFill>
              <a:latin typeface="Alegreya Sans"/>
            </a:endParaRP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 You add the return type before the lambda parenthesis:</a:t>
            </a: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B6A7DA7-CE1C-4E3E-2900-AAFB3774F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14" y="1352986"/>
            <a:ext cx="11236528" cy="1446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//Error CS8917 The delegate type could not be inferred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 =&gt; b ?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ArgumentNullException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DivideByZeroException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No error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Exception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 =&gt; b ?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ArgumentNullException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DivideByZeroException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86880-5F36-4B5B-F3AC-8CA393FFE8D2}"/>
              </a:ext>
            </a:extLst>
          </p:cNvPr>
          <p:cNvSpPr txBox="1"/>
          <p:nvPr/>
        </p:nvSpPr>
        <p:spPr>
          <a:xfrm>
            <a:off x="132197" y="2933195"/>
            <a:ext cx="5894672" cy="37548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C#9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getUserInput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Action&lt;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tellUser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(s)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waitForEnter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tellUser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"Please enter name"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getUserInput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tellUser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$"Your name is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{name}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waitForEnter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57E29-5649-4E13-660F-3DE94E3B5F7A}"/>
              </a:ext>
            </a:extLst>
          </p:cNvPr>
          <p:cNvSpPr txBox="1"/>
          <p:nvPr/>
        </p:nvSpPr>
        <p:spPr>
          <a:xfrm>
            <a:off x="6165132" y="2933195"/>
            <a:ext cx="5894672" cy="37548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C#10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getUserInput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tellUser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s) =&gt;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waitForEnter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tellUser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"Please enter name"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getUserInput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tellUser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$"Your name is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{name}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waitForEnter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59827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2FABFC-331C-3BD4-1A3B-DA44AE4F08C5}"/>
              </a:ext>
            </a:extLst>
          </p:cNvPr>
          <p:cNvSpPr txBox="1"/>
          <p:nvPr/>
        </p:nvSpPr>
        <p:spPr>
          <a:xfrm>
            <a:off x="275733" y="537576"/>
            <a:ext cx="11111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Alegreya Sans"/>
              </a:rPr>
              <a:t>You can’t however write</a:t>
            </a:r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: </a:t>
            </a:r>
            <a:r>
              <a:rPr lang="en-US" b="1" i="0" dirty="0">
                <a:solidFill>
                  <a:srgbClr val="444444"/>
                </a:solidFill>
                <a:effectLst/>
                <a:latin typeface="Alegreya Sans"/>
              </a:rPr>
              <a:t>var write = </a:t>
            </a:r>
            <a:r>
              <a:rPr lang="en-US" b="1" i="0" dirty="0" err="1">
                <a:solidFill>
                  <a:srgbClr val="444444"/>
                </a:solidFill>
                <a:effectLst/>
                <a:latin typeface="Alegreya Sans"/>
              </a:rPr>
              <a:t>Console.Write</a:t>
            </a:r>
            <a:r>
              <a:rPr lang="en-US" b="1" i="0" dirty="0">
                <a:solidFill>
                  <a:srgbClr val="444444"/>
                </a:solidFill>
                <a:effectLst/>
                <a:latin typeface="Alegreya Sans"/>
              </a:rPr>
              <a:t>;</a:t>
            </a:r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 </a:t>
            </a:r>
          </a:p>
          <a:p>
            <a:endParaRPr lang="en-US" dirty="0">
              <a:solidFill>
                <a:srgbClr val="444444"/>
              </a:solidFill>
              <a:latin typeface="Alegreya Sans"/>
            </a:endParaRP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Alegreya Sans"/>
              </a:rPr>
              <a:t>because the Write method has multiple overloads so the compiler doesn’t know which one to choose.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851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767</Words>
  <Application>Microsoft Office PowerPoint</Application>
  <PresentationFormat>Widescreen</PresentationFormat>
  <Paragraphs>119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Alegreya Sans</vt:lpstr>
      <vt:lpstr>Arial</vt:lpstr>
      <vt:lpstr>Calibri</vt:lpstr>
      <vt:lpstr>Calibri Light</vt:lpstr>
      <vt:lpstr>Cascadia Mono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vidyanidhi school</cp:lastModifiedBy>
  <cp:revision>18</cp:revision>
  <dcterms:created xsi:type="dcterms:W3CDTF">2023-04-15T06:41:03Z</dcterms:created>
  <dcterms:modified xsi:type="dcterms:W3CDTF">2023-11-02T16:29:51Z</dcterms:modified>
</cp:coreProperties>
</file>