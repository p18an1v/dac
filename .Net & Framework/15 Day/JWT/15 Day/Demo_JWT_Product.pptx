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C544-4192-4A85-9F5E-68A9D761ED97}" type="datetimeFigureOut">
              <a:rPr lang="en-IN" smtClean="0"/>
              <a:t>20-07-2023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06F0-5228-406B-AF71-73AA76558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68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C544-4192-4A85-9F5E-68A9D761ED97}" type="datetimeFigureOut">
              <a:rPr lang="en-IN" smtClean="0"/>
              <a:t>20-07-2023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06F0-5228-406B-AF71-73AA76558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1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C544-4192-4A85-9F5E-68A9D761ED97}" type="datetimeFigureOut">
              <a:rPr lang="en-IN" smtClean="0"/>
              <a:t>20-07-2023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06F0-5228-406B-AF71-73AA76558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830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C544-4192-4A85-9F5E-68A9D761ED97}" type="datetimeFigureOut">
              <a:rPr lang="en-IN" smtClean="0"/>
              <a:t>20-07-2023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06F0-5228-406B-AF71-73AA76558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399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C544-4192-4A85-9F5E-68A9D761ED97}" type="datetimeFigureOut">
              <a:rPr lang="en-IN" smtClean="0"/>
              <a:t>20-07-2023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06F0-5228-406B-AF71-73AA76558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398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C544-4192-4A85-9F5E-68A9D761ED97}" type="datetimeFigureOut">
              <a:rPr lang="en-IN" smtClean="0"/>
              <a:t>20-07-2023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06F0-5228-406B-AF71-73AA76558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55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C544-4192-4A85-9F5E-68A9D761ED97}" type="datetimeFigureOut">
              <a:rPr lang="en-IN" smtClean="0"/>
              <a:t>20-07-2023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06F0-5228-406B-AF71-73AA76558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34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C544-4192-4A85-9F5E-68A9D761ED97}" type="datetimeFigureOut">
              <a:rPr lang="en-IN" smtClean="0"/>
              <a:t>20-07-2023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06F0-5228-406B-AF71-73AA76558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284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C544-4192-4A85-9F5E-68A9D761ED97}" type="datetimeFigureOut">
              <a:rPr lang="en-IN" smtClean="0"/>
              <a:t>20-07-2023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06F0-5228-406B-AF71-73AA76558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711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C544-4192-4A85-9F5E-68A9D761ED97}" type="datetimeFigureOut">
              <a:rPr lang="en-IN" smtClean="0"/>
              <a:t>20-07-2023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06F0-5228-406B-AF71-73AA76558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77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C544-4192-4A85-9F5E-68A9D761ED97}" type="datetimeFigureOut">
              <a:rPr lang="en-IN" smtClean="0"/>
              <a:t>20-07-2023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06F0-5228-406B-AF71-73AA76558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968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AC544-4192-4A85-9F5E-68A9D761ED97}" type="datetimeFigureOut">
              <a:rPr lang="en-IN" smtClean="0"/>
              <a:t>20-07-2023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506F0-5228-406B-AF71-73AA76558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039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89431"/>
            <a:ext cx="6105236" cy="7172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105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API_JWT.Models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Microsoft.AspNetCore.Authentication.JwtBearer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Microsoft.EntityFrameworkCore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Microsoft.IdentityModel.Tokens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Microsoft.OpenApi.Models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System.Text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IN" sz="105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API_JWT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b="1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IN" sz="1200" b="1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builder =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WebApplication.CreateBuilder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IN" sz="105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5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Add services to the container.</a:t>
            </a:r>
            <a:endParaRPr lang="en-US" sz="105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105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builder.Services.AddControllers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b =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builder.Configuration.GetConnectionString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05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05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InventoryDatabase</a:t>
            </a:r>
            <a:r>
              <a:rPr lang="en-IN" sz="105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builder.Services.AddDbContext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ProductContext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&gt;((op) =&gt;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op.UseSqlServer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(b));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config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builder.Configuration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builder.Services.AddAuthentication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JwtBearerDefaults.AuthenticationScheme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).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AddJwtBearer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option =&gt;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{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option.RequireHttpsMetadata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option.SaveToken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option.TokenValidationParameters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TokenValidationParameters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{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ValidateIssuer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ValidateAudience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ValidAudience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config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105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05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Jwt:Audience</a:t>
            </a:r>
            <a:r>
              <a:rPr lang="en-IN" sz="105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],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ValidIssuer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config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105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05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Jwt:Issuer</a:t>
            </a:r>
            <a:r>
              <a:rPr lang="en-IN" sz="105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],</a:t>
            </a: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IssuerSigningKey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0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SymmetricSecurityKey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(Encoding.UTF8.GetBytes(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config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105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05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Jwt:Key</a:t>
            </a:r>
            <a:r>
              <a:rPr lang="en-IN" sz="105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]))</a:t>
            </a:r>
          </a:p>
          <a:p>
            <a:endParaRPr lang="en-IN" sz="105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};</a:t>
            </a:r>
          </a:p>
          <a:p>
            <a:endParaRPr lang="en-IN" sz="105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 ); 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5865092" y="0"/>
            <a:ext cx="6096000" cy="768672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105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050" dirty="0">
                <a:solidFill>
                  <a:srgbClr val="008000"/>
                </a:solidFill>
                <a:latin typeface="Cascadia Mono" panose="020B0609020000020004" pitchFamily="49" charset="0"/>
              </a:rPr>
              <a:t>Learn more about configuring Swagger/</a:t>
            </a:r>
            <a:r>
              <a:rPr lang="en-US" sz="105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OpenAPI</a:t>
            </a:r>
            <a:r>
              <a:rPr lang="en-US" sz="1050" dirty="0">
                <a:solidFill>
                  <a:srgbClr val="008000"/>
                </a:solidFill>
                <a:latin typeface="Cascadia Mono" panose="020B0609020000020004" pitchFamily="49" charset="0"/>
              </a:rPr>
              <a:t> at https://aka.ms/aspnetcore/swashbuckle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builder.Services.AddEndpointsApiExplorer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en-IN" sz="105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builder.Services.AddSwaggerGen</a:t>
            </a:r>
            <a:r>
              <a:rPr lang="en-IN" sz="1050" dirty="0">
                <a:solidFill>
                  <a:srgbClr val="008000"/>
                </a:solidFill>
                <a:latin typeface="Cascadia Mono" panose="020B0609020000020004" pitchFamily="49" charset="0"/>
              </a:rPr>
              <a:t>();</a:t>
            </a:r>
            <a:endParaRPr lang="en-IN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builder.Services.AddSwaggerGen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(c =&gt;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c.SwaggerDoc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"v1"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OpenApiInfo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{ Title = </a:t>
            </a:r>
            <a:r>
              <a:rPr lang="en-IN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"Test01"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, Version = </a:t>
            </a:r>
            <a:r>
              <a:rPr lang="en-IN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"v1"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});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c.AddSecurityDefinition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"Bearer"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OpenApiSecurityScheme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{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Name = </a:t>
            </a:r>
            <a:r>
              <a:rPr lang="en-IN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"Authorization"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Type =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SecuritySchemeType.ApiKey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Scheme = </a:t>
            </a:r>
            <a:r>
              <a:rPr lang="en-IN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"Bearer"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BearerFormat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"JWT"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In =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ParameterLocation.Header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0"/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Description = 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"JWT Authorization header using the Bearer scheme."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endParaRPr lang="en-IN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});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c.AddSecurityRequirement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OpenApiSecurityRequirement</a:t>
            </a:r>
            <a:endParaRPr lang="en-IN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{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        </a:t>
            </a:r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OpenApiSecurityScheme</a:t>
            </a:r>
            <a:endParaRPr lang="en-IN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{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Reference = </a:t>
            </a:r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OpenApiReference</a:t>
            </a:r>
            <a:endParaRPr lang="en-IN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{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Type =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ReferenceType.SecurityScheme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Id = </a:t>
            </a:r>
            <a:r>
              <a:rPr lang="en-IN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"Bearer"</a:t>
            </a:r>
            <a:endParaRPr lang="en-IN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}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},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</a:t>
            </a:r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[] {}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}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});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});</a:t>
            </a:r>
          </a:p>
          <a:p>
            <a:pPr lvl="0"/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app =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builder.Build</a:t>
            </a:r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IN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50" dirty="0">
                <a:solidFill>
                  <a:srgbClr val="008000"/>
                </a:solidFill>
                <a:latin typeface="Cascadia Mono" panose="020B0609020000020004" pitchFamily="49" charset="0"/>
              </a:rPr>
              <a:t>// Configure the HTTP request pipeline.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app.Environment.IsDevelopment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app.UseSwagger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app.UseSwaggerUI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app.UseHttpsRedirection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app.UseAuthentication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app.UseAuthorization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lvl="0"/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app.MapControllers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lvl="0"/>
            <a:r>
              <a:rPr lang="en-IN" sz="10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app.Run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lvl="0"/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71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-79147"/>
            <a:ext cx="7315201" cy="6878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API_JWT.Models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Microsoft.AspNetCore.Http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Microsoft.AspNetCore.Mvc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Microsoft.EntityFrameworkCore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Microsoft.IdentityModel.Tokens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System.IdentityModel.Tokens.Jwt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System.Security.Claims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System.Text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API_JWT.Controllers</a:t>
            </a:r>
            <a:endParaRPr lang="en-IN" sz="9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[Route(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api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/[controller]"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ApiController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TokenController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ControllerBase</a:t>
            </a:r>
            <a:endParaRPr lang="en-IN" sz="9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IConfiguration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_configuration;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readonly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ProductContext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_context;</a:t>
            </a:r>
          </a:p>
          <a:p>
            <a:endParaRPr lang="en-IN" sz="9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TokenController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IConfiguration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config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ProductContext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context)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_configuration =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config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_context = context;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HttpPost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Task&lt;</a:t>
            </a:r>
            <a:r>
              <a:rPr lang="en-US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IActionResult</a:t>
            </a:r>
            <a:r>
              <a:rPr lang="en-US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&gt; Post(</a:t>
            </a:r>
            <a:r>
              <a:rPr lang="en-US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UserInfo</a:t>
            </a:r>
            <a:r>
              <a:rPr lang="en-US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en-US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userData</a:t>
            </a:r>
            <a:r>
              <a:rPr lang="en-US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(_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userData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!=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&amp;&amp; _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userData.Email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!=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&amp;&amp; _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userData.Password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!=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9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user =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b="1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GetUser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(_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userData.Email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 _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userData.Password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(user !=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{    </a:t>
            </a:r>
            <a:r>
              <a:rPr lang="en-IN" sz="9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claims =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[] {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Claim(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JwtRegisteredClaimNames.Sub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 _configuration[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Jwt:Subject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]),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Claim(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JwtRegisteredClaimNames.Jti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Guid.NewGuid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ToString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()),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Claim(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JwtRegisteredClaimNames.Iat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DateTime.UtcNow.ToString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()),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Claim(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"Id"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user.UserId.ToString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()),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Claim(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FirstName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user.FirstName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Claim(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LastName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user.LastName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Claim(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UserName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user.UserName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Claim(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"Email"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user.Email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};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9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key =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SymmetricSecurityKey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(Encoding.UTF8.GetBytes(_configuration[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Jwt:Key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]));</a:t>
            </a:r>
          </a:p>
          <a:p>
            <a:r>
              <a:rPr lang="en-US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9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signIn</a:t>
            </a:r>
            <a:r>
              <a:rPr lang="en-US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SigningCredentials</a:t>
            </a:r>
            <a:r>
              <a:rPr lang="en-US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(key, SecurityAlgorithms.HmacSha256);</a:t>
            </a:r>
          </a:p>
          <a:p>
            <a:r>
              <a:rPr lang="en-US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9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token = </a:t>
            </a:r>
            <a:r>
              <a:rPr lang="en-US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JwtSecurityToken</a:t>
            </a:r>
            <a:r>
              <a:rPr lang="en-US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(_configuration[</a:t>
            </a:r>
            <a:r>
              <a:rPr lang="en-US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9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Jwt:Issuer</a:t>
            </a:r>
            <a:r>
              <a:rPr lang="en-US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], 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_configuration[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Jwt:Audience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], 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claims, expires: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DateTime.UtcNow.AddDays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(1), 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signingCredentials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signIn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IN" sz="9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Ok(</a:t>
            </a:r>
            <a:r>
              <a:rPr lang="en-IN" sz="9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JwtSecurityTokenHandler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en-IN" sz="9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WriteToken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(token));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6012873" y="164306"/>
            <a:ext cx="6096000" cy="270843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IN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n-IN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{</a:t>
            </a:r>
          </a:p>
          <a:p>
            <a:pPr lvl="0"/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BadRequest</a:t>
            </a:r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"Invalid credentials"</a:t>
            </a:r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lvl="0"/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pPr lvl="0"/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pPr lvl="0"/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n-IN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 </a:t>
            </a:r>
            <a:r>
              <a:rPr lang="en-IN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BadRequest</a:t>
            </a:r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(); }</a:t>
            </a:r>
          </a:p>
          <a:p>
            <a:pPr lvl="0"/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lvl="0"/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endParaRPr lang="en-IN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nb-NO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b-NO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nb-NO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b-NO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nb-NO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b-NO" sz="1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Task&lt;UserInfo&gt; </a:t>
            </a:r>
            <a:r>
              <a:rPr lang="nb-NO" sz="1050" b="1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GetUser</a:t>
            </a:r>
            <a:r>
              <a:rPr lang="nb-NO" sz="1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b-NO" sz="1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nb-NO" sz="1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b-NO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email, </a:t>
            </a:r>
            <a:r>
              <a:rPr lang="nb-NO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nb-NO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password)</a:t>
            </a:r>
          </a:p>
          <a:p>
            <a:pPr lvl="0"/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IN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en-IN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context.UserInfos.FirstOrDefaultAsync</a:t>
            </a:r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(u =&gt; </a:t>
            </a:r>
            <a:r>
              <a:rPr lang="en-IN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u.Email</a:t>
            </a:r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== email &amp;&amp; </a:t>
            </a:r>
            <a:r>
              <a:rPr lang="en-IN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u.Password</a:t>
            </a:r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== password);</a:t>
            </a:r>
          </a:p>
          <a:p>
            <a:pPr lvl="0"/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lvl="0"/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lvl="0"/>
            <a:r>
              <a:rPr lang="en-IN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17951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1055" y="607790"/>
            <a:ext cx="6096000" cy="30008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IN" sz="900" dirty="0" smtClean="0">
                <a:solidFill>
                  <a:srgbClr val="2E75B6"/>
                </a:solidFill>
                <a:latin typeface="Cascadia Mono" panose="020B0609020000020004" pitchFamily="49" charset="0"/>
              </a:rPr>
              <a:t>"Logging"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: {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 smtClean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err="1" smtClean="0">
                <a:solidFill>
                  <a:srgbClr val="2E75B6"/>
                </a:solidFill>
                <a:latin typeface="Cascadia Mono" panose="020B0609020000020004" pitchFamily="49" charset="0"/>
              </a:rPr>
              <a:t>LogLevel</a:t>
            </a:r>
            <a:r>
              <a:rPr lang="en-IN" sz="900" dirty="0" smtClean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: {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IN" sz="900" dirty="0" smtClean="0">
                <a:solidFill>
                  <a:srgbClr val="2E75B6"/>
                </a:solidFill>
                <a:latin typeface="Cascadia Mono" panose="020B0609020000020004" pitchFamily="49" charset="0"/>
              </a:rPr>
              <a:t>"Default"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"Information"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IN" sz="900" dirty="0" smtClean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err="1" smtClean="0">
                <a:solidFill>
                  <a:srgbClr val="2E75B6"/>
                </a:solidFill>
                <a:latin typeface="Cascadia Mono" panose="020B0609020000020004" pitchFamily="49" charset="0"/>
              </a:rPr>
              <a:t>Microsoft.AspNetCore</a:t>
            </a:r>
            <a:r>
              <a:rPr lang="en-IN" sz="900" dirty="0" smtClean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"Warning"</a:t>
            </a:r>
            <a:endParaRPr lang="en-IN" sz="9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}, 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IN" sz="900" dirty="0" smtClean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err="1" smtClean="0">
                <a:solidFill>
                  <a:srgbClr val="2E75B6"/>
                </a:solidFill>
                <a:latin typeface="Cascadia Mono" panose="020B0609020000020004" pitchFamily="49" charset="0"/>
              </a:rPr>
              <a:t>ConnectionStrings</a:t>
            </a:r>
            <a:r>
              <a:rPr lang="en-IN" sz="900" dirty="0" smtClean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: {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 smtClean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err="1" smtClean="0">
                <a:solidFill>
                  <a:srgbClr val="2E75B6"/>
                </a:solidFill>
                <a:latin typeface="Cascadia Mono" panose="020B0609020000020004" pitchFamily="49" charset="0"/>
              </a:rPr>
              <a:t>InventoryDatabase</a:t>
            </a:r>
            <a:r>
              <a:rPr lang="en-IN" sz="900" dirty="0" smtClean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"Data Source=(</a:t>
            </a:r>
            <a:r>
              <a:rPr lang="en-IN" sz="9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localdb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)\\</a:t>
            </a:r>
            <a:r>
              <a:rPr lang="en-IN" sz="9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ProjectModels;Initial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Catalog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=</a:t>
            </a:r>
            <a:r>
              <a:rPr lang="en-IN" sz="9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msdb;Integrated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 Security=True"</a:t>
            </a:r>
            <a:endParaRPr lang="en-IN" sz="9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},</a:t>
            </a:r>
          </a:p>
          <a:p>
            <a:endParaRPr lang="en-IN" sz="9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IN" sz="900" dirty="0" smtClean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err="1" smtClean="0">
                <a:solidFill>
                  <a:srgbClr val="2E75B6"/>
                </a:solidFill>
                <a:latin typeface="Cascadia Mono" panose="020B0609020000020004" pitchFamily="49" charset="0"/>
              </a:rPr>
              <a:t>Jwt</a:t>
            </a:r>
            <a:r>
              <a:rPr lang="en-IN" sz="900" dirty="0" smtClean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: {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 smtClean="0">
                <a:solidFill>
                  <a:srgbClr val="2E75B6"/>
                </a:solidFill>
                <a:latin typeface="Cascadia Mono" panose="020B0609020000020004" pitchFamily="49" charset="0"/>
              </a:rPr>
              <a:t>"Key"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vidyanidhiinfotechAcadamyCDACDACDOTNET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 smtClean="0">
                <a:solidFill>
                  <a:srgbClr val="2E75B6"/>
                </a:solidFill>
                <a:latin typeface="Cascadia Mono" panose="020B0609020000020004" pitchFamily="49" charset="0"/>
              </a:rPr>
              <a:t>"Issuer"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"vita"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 smtClean="0">
                <a:solidFill>
                  <a:srgbClr val="2E75B6"/>
                </a:solidFill>
                <a:latin typeface="Cascadia Mono" panose="020B0609020000020004" pitchFamily="49" charset="0"/>
              </a:rPr>
              <a:t>"Audience"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productspostmentclient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 smtClean="0">
                <a:solidFill>
                  <a:srgbClr val="2E75B6"/>
                </a:solidFill>
                <a:latin typeface="Cascadia Mono" panose="020B0609020000020004" pitchFamily="49" charset="0"/>
              </a:rPr>
              <a:t>"Subject"</a:t>
            </a:r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dirty="0" err="1" smtClean="0">
                <a:solidFill>
                  <a:srgbClr val="A31515"/>
                </a:solidFill>
                <a:latin typeface="Cascadia Mono" panose="020B0609020000020004" pitchFamily="49" charset="0"/>
              </a:rPr>
              <a:t>ProductServiceAccessService</a:t>
            </a:r>
            <a:r>
              <a:rPr lang="en-IN" sz="9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endParaRPr lang="en-IN" sz="9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9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}</a:t>
            </a:r>
          </a:p>
          <a:p>
            <a:endParaRPr lang="en-IN" sz="9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8333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737</Words>
  <Application>Microsoft Office PowerPoint</Application>
  <PresentationFormat>Widescreen</PresentationFormat>
  <Paragraphs>167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Cascadia Mono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Basaid</dc:creator>
  <cp:lastModifiedBy>Basaid</cp:lastModifiedBy>
  <cp:revision>4</cp:revision>
  <dcterms:created xsi:type="dcterms:W3CDTF">2023-07-19T14:13:09Z</dcterms:created>
  <dcterms:modified xsi:type="dcterms:W3CDTF">2023-07-20T00:52:17Z</dcterms:modified>
</cp:coreProperties>
</file>