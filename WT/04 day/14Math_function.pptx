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70B91-2E81-4A13-8210-39B7D058556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BF7E-ECA1-4DDA-9D3A-52D82AAD85F3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BC05-C77A-4D0F-BC9C-349AB5BF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689" y="43713"/>
            <a:ext cx="7319554" cy="552676"/>
          </a:xfrm>
        </p:spPr>
        <p:txBody>
          <a:bodyPr>
            <a:normAutofit fontScale="90000"/>
          </a:bodyPr>
          <a:lstStyle/>
          <a:p>
            <a:r>
              <a:rPr lang="en-IN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/>
              <a:t> </a:t>
            </a:r>
            <a:r>
              <a:rPr lang="en-IN" dirty="0"/>
              <a:t>is static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9DA5-41C5-4816-9345-3A8A4C61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6" y="859004"/>
            <a:ext cx="48260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Refresh the page and observe output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()*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F8448A-1461-467C-98E3-8F1FFC36D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833" y="1103701"/>
            <a:ext cx="3247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0.025623787930399766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728104-85F4-44F4-95FA-9FEE3C269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24" y="2585863"/>
            <a:ext cx="3233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0.5626264433314665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B192E43-81FB-4EFD-8EBF-2B59C6A51FA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39165" y="4068025"/>
            <a:ext cx="13525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1C458-BE9A-449D-B666-BB3B682D0759}"/>
              </a:ext>
            </a:extLst>
          </p:cNvPr>
          <p:cNvSpPr txBox="1"/>
          <p:nvPr/>
        </p:nvSpPr>
        <p:spPr>
          <a:xfrm>
            <a:off x="485502" y="5822609"/>
            <a:ext cx="8475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it will generate any number &gt; 0 and &lt;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68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2383-CACC-468E-AE7D-C19FE329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16" y="274638"/>
            <a:ext cx="7450183" cy="352379"/>
          </a:xfrm>
        </p:spPr>
        <p:txBody>
          <a:bodyPr>
            <a:normAutofit/>
          </a:bodyPr>
          <a:lstStyle/>
          <a:p>
            <a:r>
              <a:rPr lang="en-IN" sz="1400" dirty="0"/>
              <a:t>Generating random  background colour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1325-812B-47FC-BB8B-310949E4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92" y="886097"/>
            <a:ext cx="8229600" cy="534053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changebg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green"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rnd_no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//it will generate any number between  [0 to 2] 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//alert(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Math.floor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(l*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()))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rnd_no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changebg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stopclock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clearTimeout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changebg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stopclock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71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8C25-2FA7-47C7-852B-AC04A17C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068" y="274638"/>
            <a:ext cx="7702731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Some Math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6F21-FAE1-4851-889F-6F13CC64CE15}"/>
              </a:ext>
            </a:extLst>
          </p:cNvPr>
          <p:cNvSpPr txBox="1"/>
          <p:nvPr/>
        </p:nvSpPr>
        <p:spPr>
          <a:xfrm>
            <a:off x="224244" y="1213898"/>
            <a:ext cx="694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Math.PI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  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3.141592653589793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7DD5F-CF14-44C4-AD65-06ADCCB7B3BA}"/>
              </a:ext>
            </a:extLst>
          </p:cNvPr>
          <p:cNvSpPr txBox="1"/>
          <p:nvPr/>
        </p:nvSpPr>
        <p:spPr>
          <a:xfrm>
            <a:off x="224245" y="1880625"/>
            <a:ext cx="46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Math.round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4.7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98CDA-C577-4AF0-93AC-AEE49C0E51E5}"/>
              </a:ext>
            </a:extLst>
          </p:cNvPr>
          <p:cNvSpPr txBox="1"/>
          <p:nvPr/>
        </p:nvSpPr>
        <p:spPr>
          <a:xfrm>
            <a:off x="224245" y="2547352"/>
            <a:ext cx="46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Math.pow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64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42C70-D0D8-4FBE-8317-21CD3FB18A27}"/>
              </a:ext>
            </a:extLst>
          </p:cNvPr>
          <p:cNvSpPr txBox="1"/>
          <p:nvPr/>
        </p:nvSpPr>
        <p:spPr>
          <a:xfrm>
            <a:off x="224245" y="3214079"/>
            <a:ext cx="46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Math.sqrt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8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B9E75-122F-465C-9B29-3C80A92D0609}"/>
              </a:ext>
            </a:extLst>
          </p:cNvPr>
          <p:cNvSpPr txBox="1"/>
          <p:nvPr/>
        </p:nvSpPr>
        <p:spPr>
          <a:xfrm>
            <a:off x="224245" y="3880806"/>
            <a:ext cx="46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Math.ceil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4.4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5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E6A9D7-AC78-4F0F-8958-1D687F959792}"/>
              </a:ext>
            </a:extLst>
          </p:cNvPr>
          <p:cNvSpPr txBox="1"/>
          <p:nvPr/>
        </p:nvSpPr>
        <p:spPr>
          <a:xfrm>
            <a:off x="224244" y="4547533"/>
            <a:ext cx="4611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Math.floor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4.7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4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21D53-8674-4B1E-ACD4-F9603204619D}"/>
              </a:ext>
            </a:extLst>
          </p:cNvPr>
          <p:cNvSpPr txBox="1"/>
          <p:nvPr/>
        </p:nvSpPr>
        <p:spPr>
          <a:xfrm>
            <a:off x="224243" y="4997771"/>
            <a:ext cx="7702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Math.min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-200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5714E9-D557-495F-B101-5BFEBABC44A3}"/>
              </a:ext>
            </a:extLst>
          </p:cNvPr>
          <p:cNvSpPr txBox="1"/>
          <p:nvPr/>
        </p:nvSpPr>
        <p:spPr>
          <a:xfrm>
            <a:off x="328747" y="5557821"/>
            <a:ext cx="7239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Math.max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returns 150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472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362</Words>
  <Application>Microsoft Office PowerPoint</Application>
  <PresentationFormat>On-screen Show (4:3)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Consolas</vt:lpstr>
      <vt:lpstr>Office Theme</vt:lpstr>
      <vt:lpstr>PowerPoint Presentation</vt:lpstr>
      <vt:lpstr>random is static method</vt:lpstr>
      <vt:lpstr>Generating random  background colour</vt:lpstr>
      <vt:lpstr>Some Math function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Sriram Mantri vidyanidhi infotech academy</cp:lastModifiedBy>
  <cp:revision>171</cp:revision>
  <dcterms:created xsi:type="dcterms:W3CDTF">2009-08-31T03:28:29Z</dcterms:created>
  <dcterms:modified xsi:type="dcterms:W3CDTF">2020-12-22T04:51:09Z</dcterms:modified>
</cp:coreProperties>
</file>