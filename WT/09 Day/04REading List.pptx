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3FA9E2-0B3A-B35A-A0C4-FF892DEC8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C38F191-2530-9C4E-A161-69FE616A6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5F595C-E4AC-4093-AD15-F063F2B3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EA3E03-3315-B040-F845-3F738844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6A63FA-3C35-C3FC-0CE3-6053BCFC4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31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698A09-3EE9-B95C-1B51-808D4A65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A4273D-2A6B-BB0E-3F20-171B28F1C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1AC6264-6BA4-CDA4-D846-DA3A114FD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464158E-571A-98C8-4BDA-FC3FAB76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AA0CE9-4491-69F9-9221-DDACE8C9C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237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627CE7-3FFC-4D75-3B70-D4A7407E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EF02E80-6DBA-8EA4-D4E7-B24047CD2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2FE89CE-59C4-D517-C954-910C72F97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D5F1EE3-1956-6689-4288-2BF9B3029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EF074B9-515C-D748-0D63-5C5258E0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49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C6669E-8218-5CBB-4FE2-61F969D8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DB50C2-242B-3D88-279B-29D495B67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C954452-ED34-F6CB-67E9-0199CD863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747D0C0-488F-CB63-1620-8B401B14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7A78DEB-E9DE-F948-6826-111068C85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A6BA513-DEDF-456B-5213-39E68E752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406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B12727-9EFF-6176-B79D-E024BD585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190ACB8-7373-5655-38AD-BCA2B15DF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ECF7A54-5DFC-B682-D9E9-0AEC647EC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F60D0D5-728A-3EE0-E239-2B358D0996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1531AF3A-C87E-D63D-F9FF-CEB31F0468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5608C49-ACCE-F5ED-A788-378693D1F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0FB4758-BBA8-649B-94E2-3740F19F4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CE847444-8468-BA93-B664-78B953C8F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608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C8F428-6094-2CF7-6A9B-31C9E9D8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BB8743-C155-8693-448F-2BF5F9C32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F90C8D0-89F3-BC71-E0C2-558F338E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FE6C6B2-85C1-ED1C-B9B1-DE351ABE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603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EF9B4C5-4E20-9CF1-129E-E2471212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89527A3-6540-4D33-EEC0-7A7D4177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095D34A-7190-ADFE-6721-69129DAC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994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BA888D-CB8A-5794-D793-F826485A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6357907-69F0-FF64-1327-D5C23BF8E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61EF408-8B81-D0B5-40E6-7DE988501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1B54635-F5CC-758A-DAAD-6E291AD73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B6EED08-744D-8C10-2787-A9E00C1C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B46F327-2546-3610-421F-3A317B97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61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ABAE7E-72A9-46FA-F401-AD71C40B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AFA3318-5DE5-F8C2-AE5C-433514328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6C1AA9E-1060-1BC3-5F55-FBCB713CA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F12D4F1-C146-9CBF-361B-15F980C1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2D4E17D-0BC3-9891-7604-47076593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0708D5A-9C43-C5B9-D8F1-7E82F1D6C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470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EF73A3-BFD4-129F-130F-8F9F0D08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8DC40B7-C2F4-BEAF-0ABF-1E36A06CC4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61571E-D291-71ED-D84C-4A3BA407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CDEE0E2-AACA-A064-7C2F-DAB1235C1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8323B1C-228D-AD64-27EA-C4BC833E1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043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02E34BB-5C77-ADDE-CF6F-F7E4DC224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D08C729-F9EF-6A18-9677-3C4AD96C8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FAB27E-0407-4DDB-49DB-5763544D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4799365-95C2-E4FA-3F28-AE47F536D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14F15D6-5696-343E-3F66-19B141DC8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79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AA3F708-C5B0-F8E1-BC2D-66B96A648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7DF20F8-36F1-3171-6937-43E353DE3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94838F7-4785-84FD-1886-E42F0FF858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A3D6E-D2BE-49C1-9876-18FFA6C8B0D8}" type="datetimeFigureOut">
              <a:rPr lang="en-IN" smtClean="0"/>
              <a:t>19-06-2024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EB53B82-D1AF-53EE-D228-8B604AA34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8000839-B528-A021-D3D2-72A36B418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C179C-DD69-4816-8DB7-0E8B0CEFE9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41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Array/map" TargetMode="External"/><Relationship Id="rId2" Type="http://schemas.openxmlformats.org/officeDocument/2006/relationships/hyperlink" Target="https://developer.mozilla.org/en-US/docs/Web/JavaScript/Reference/Statements/for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3162CBD-EC80-5768-50EB-610B6342C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68" y="518781"/>
            <a:ext cx="11221213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Display"/>
              </a:rPr>
              <a:t>Rendering lists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You will rely on JavaScript features like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Source Code Pro" panose="020B0509030403020204" pitchFamily="49" charset="0"/>
                <a:hlinkClick r:id="rId2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  <a:hlinkClick r:id="rId2"/>
              </a:rPr>
              <a:t> loop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and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  <a:hlinkClick r:id="rId3"/>
              </a:rPr>
              <a:t>array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Source Code Pro" panose="020B0509030403020204" pitchFamily="49" charset="0"/>
                <a:hlinkClick r:id="rId3"/>
              </a:rPr>
              <a:t>map()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  <a:hlinkClick r:id="rId3"/>
              </a:rPr>
              <a:t> function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to render lists of components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18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01F9730-3DA7-E070-E634-F8D6EBEAA516}"/>
              </a:ext>
            </a:extLst>
          </p:cNvPr>
          <p:cNvSpPr txBox="1"/>
          <p:nvPr/>
        </p:nvSpPr>
        <p:spPr>
          <a:xfrm>
            <a:off x="3873776" y="0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i="0" dirty="0">
                <a:solidFill>
                  <a:srgbClr val="23272F"/>
                </a:solidFill>
                <a:effectLst/>
                <a:latin typeface="Optimistic Display"/>
              </a:rPr>
              <a:t>Rendering lists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AA3E00A-C27E-46B3-45EF-17A2A55F1639}"/>
              </a:ext>
            </a:extLst>
          </p:cNvPr>
          <p:cNvSpPr txBox="1"/>
          <p:nvPr/>
        </p:nvSpPr>
        <p:spPr>
          <a:xfrm>
            <a:off x="285748" y="369332"/>
            <a:ext cx="1190625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products = [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title: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'Cabbage'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isFruit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id: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title: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'Garlic'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isFruit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id: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 title: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'Apple'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isFruit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id: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ShoppingList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listItems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products.map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b="0" dirty="0" err="1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product,index</a:t>
            </a:r>
            <a:r>
              <a:rPr lang="en-IN" b="0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product.id</a:t>
            </a:r>
            <a:r>
              <a:rPr lang="en-IN" b="0" dirty="0" smtClean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 //1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product.isFruit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'magenta'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darkgreen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product.title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listItems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5372100" y="682339"/>
            <a:ext cx="1868498" cy="1766629"/>
          </a:xfrm>
          <a:custGeom>
            <a:avLst/>
            <a:gdLst>
              <a:gd name="connsiteX0" fmla="*/ 0 w 1868498"/>
              <a:gd name="connsiteY0" fmla="*/ 1756061 h 1766629"/>
              <a:gd name="connsiteX1" fmla="*/ 66675 w 1868498"/>
              <a:gd name="connsiteY1" fmla="*/ 1765586 h 1766629"/>
              <a:gd name="connsiteX2" fmla="*/ 142875 w 1868498"/>
              <a:gd name="connsiteY2" fmla="*/ 1727486 h 1766629"/>
              <a:gd name="connsiteX3" fmla="*/ 219075 w 1868498"/>
              <a:gd name="connsiteY3" fmla="*/ 1717961 h 1766629"/>
              <a:gd name="connsiteX4" fmla="*/ 304800 w 1868498"/>
              <a:gd name="connsiteY4" fmla="*/ 1679861 h 1766629"/>
              <a:gd name="connsiteX5" fmla="*/ 371475 w 1868498"/>
              <a:gd name="connsiteY5" fmla="*/ 1670336 h 1766629"/>
              <a:gd name="connsiteX6" fmla="*/ 476250 w 1868498"/>
              <a:gd name="connsiteY6" fmla="*/ 1651286 h 1766629"/>
              <a:gd name="connsiteX7" fmla="*/ 609600 w 1868498"/>
              <a:gd name="connsiteY7" fmla="*/ 1603661 h 1766629"/>
              <a:gd name="connsiteX8" fmla="*/ 695325 w 1868498"/>
              <a:gd name="connsiteY8" fmla="*/ 1594136 h 1766629"/>
              <a:gd name="connsiteX9" fmla="*/ 781050 w 1868498"/>
              <a:gd name="connsiteY9" fmla="*/ 1556036 h 1766629"/>
              <a:gd name="connsiteX10" fmla="*/ 885825 w 1868498"/>
              <a:gd name="connsiteY10" fmla="*/ 1536986 h 1766629"/>
              <a:gd name="connsiteX11" fmla="*/ 933450 w 1868498"/>
              <a:gd name="connsiteY11" fmla="*/ 1508411 h 1766629"/>
              <a:gd name="connsiteX12" fmla="*/ 1019175 w 1868498"/>
              <a:gd name="connsiteY12" fmla="*/ 1489361 h 1766629"/>
              <a:gd name="connsiteX13" fmla="*/ 1076325 w 1868498"/>
              <a:gd name="connsiteY13" fmla="*/ 1470311 h 1766629"/>
              <a:gd name="connsiteX14" fmla="*/ 1114425 w 1868498"/>
              <a:gd name="connsiteY14" fmla="*/ 1460786 h 1766629"/>
              <a:gd name="connsiteX15" fmla="*/ 1171575 w 1868498"/>
              <a:gd name="connsiteY15" fmla="*/ 1441736 h 1766629"/>
              <a:gd name="connsiteX16" fmla="*/ 1238250 w 1868498"/>
              <a:gd name="connsiteY16" fmla="*/ 1432211 h 1766629"/>
              <a:gd name="connsiteX17" fmla="*/ 1304925 w 1868498"/>
              <a:gd name="connsiteY17" fmla="*/ 1384586 h 1766629"/>
              <a:gd name="connsiteX18" fmla="*/ 1390650 w 1868498"/>
              <a:gd name="connsiteY18" fmla="*/ 1356011 h 1766629"/>
              <a:gd name="connsiteX19" fmla="*/ 1457325 w 1868498"/>
              <a:gd name="connsiteY19" fmla="*/ 1317911 h 1766629"/>
              <a:gd name="connsiteX20" fmla="*/ 1543050 w 1868498"/>
              <a:gd name="connsiteY20" fmla="*/ 1289336 h 1766629"/>
              <a:gd name="connsiteX21" fmla="*/ 1609725 w 1868498"/>
              <a:gd name="connsiteY21" fmla="*/ 1232186 h 1766629"/>
              <a:gd name="connsiteX22" fmla="*/ 1638300 w 1868498"/>
              <a:gd name="connsiteY22" fmla="*/ 1213136 h 1766629"/>
              <a:gd name="connsiteX23" fmla="*/ 1676400 w 1868498"/>
              <a:gd name="connsiteY23" fmla="*/ 1165511 h 1766629"/>
              <a:gd name="connsiteX24" fmla="*/ 1752600 w 1868498"/>
              <a:gd name="connsiteY24" fmla="*/ 1089311 h 1766629"/>
              <a:gd name="connsiteX25" fmla="*/ 1790700 w 1868498"/>
              <a:gd name="connsiteY25" fmla="*/ 994061 h 1766629"/>
              <a:gd name="connsiteX26" fmla="*/ 1819275 w 1868498"/>
              <a:gd name="connsiteY26" fmla="*/ 946436 h 1766629"/>
              <a:gd name="connsiteX27" fmla="*/ 1857375 w 1868498"/>
              <a:gd name="connsiteY27" fmla="*/ 822611 h 1766629"/>
              <a:gd name="connsiteX28" fmla="*/ 1857375 w 1868498"/>
              <a:gd name="connsiteY28" fmla="*/ 413036 h 1766629"/>
              <a:gd name="connsiteX29" fmla="*/ 1828800 w 1868498"/>
              <a:gd name="connsiteY29" fmla="*/ 355886 h 1766629"/>
              <a:gd name="connsiteX30" fmla="*/ 1790700 w 1868498"/>
              <a:gd name="connsiteY30" fmla="*/ 270161 h 1766629"/>
              <a:gd name="connsiteX31" fmla="*/ 1771650 w 1868498"/>
              <a:gd name="connsiteY31" fmla="*/ 232061 h 1766629"/>
              <a:gd name="connsiteX32" fmla="*/ 1704975 w 1868498"/>
              <a:gd name="connsiteY32" fmla="*/ 136811 h 1766629"/>
              <a:gd name="connsiteX33" fmla="*/ 1676400 w 1868498"/>
              <a:gd name="connsiteY33" fmla="*/ 108236 h 1766629"/>
              <a:gd name="connsiteX34" fmla="*/ 1609725 w 1868498"/>
              <a:gd name="connsiteY34" fmla="*/ 79661 h 1766629"/>
              <a:gd name="connsiteX35" fmla="*/ 1581150 w 1868498"/>
              <a:gd name="connsiteY35" fmla="*/ 60611 h 1766629"/>
              <a:gd name="connsiteX36" fmla="*/ 1466850 w 1868498"/>
              <a:gd name="connsiteY36" fmla="*/ 32036 h 1766629"/>
              <a:gd name="connsiteX37" fmla="*/ 1409700 w 1868498"/>
              <a:gd name="connsiteY37" fmla="*/ 12986 h 1766629"/>
              <a:gd name="connsiteX38" fmla="*/ 942975 w 1868498"/>
              <a:gd name="connsiteY38" fmla="*/ 3461 h 176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868498" h="1766629">
                <a:moveTo>
                  <a:pt x="0" y="1756061"/>
                </a:moveTo>
                <a:cubicBezTo>
                  <a:pt x="22225" y="1759236"/>
                  <a:pt x="44660" y="1769989"/>
                  <a:pt x="66675" y="1765586"/>
                </a:cubicBezTo>
                <a:cubicBezTo>
                  <a:pt x="94522" y="1760017"/>
                  <a:pt x="115770" y="1735956"/>
                  <a:pt x="142875" y="1727486"/>
                </a:cubicBezTo>
                <a:cubicBezTo>
                  <a:pt x="167307" y="1719851"/>
                  <a:pt x="193675" y="1721136"/>
                  <a:pt x="219075" y="1717961"/>
                </a:cubicBezTo>
                <a:cubicBezTo>
                  <a:pt x="247650" y="1705261"/>
                  <a:pt x="274953" y="1689188"/>
                  <a:pt x="304800" y="1679861"/>
                </a:cubicBezTo>
                <a:cubicBezTo>
                  <a:pt x="326229" y="1673165"/>
                  <a:pt x="349330" y="1674027"/>
                  <a:pt x="371475" y="1670336"/>
                </a:cubicBezTo>
                <a:cubicBezTo>
                  <a:pt x="406490" y="1664500"/>
                  <a:pt x="441325" y="1657636"/>
                  <a:pt x="476250" y="1651286"/>
                </a:cubicBezTo>
                <a:cubicBezTo>
                  <a:pt x="525845" y="1630031"/>
                  <a:pt x="556311" y="1613653"/>
                  <a:pt x="609600" y="1603661"/>
                </a:cubicBezTo>
                <a:cubicBezTo>
                  <a:pt x="637858" y="1598363"/>
                  <a:pt x="666750" y="1597311"/>
                  <a:pt x="695325" y="1594136"/>
                </a:cubicBezTo>
                <a:cubicBezTo>
                  <a:pt x="723900" y="1581436"/>
                  <a:pt x="751602" y="1566553"/>
                  <a:pt x="781050" y="1556036"/>
                </a:cubicBezTo>
                <a:cubicBezTo>
                  <a:pt x="792698" y="1551876"/>
                  <a:pt x="878215" y="1538254"/>
                  <a:pt x="885825" y="1536986"/>
                </a:cubicBezTo>
                <a:cubicBezTo>
                  <a:pt x="901700" y="1527461"/>
                  <a:pt x="916532" y="1515930"/>
                  <a:pt x="933450" y="1508411"/>
                </a:cubicBezTo>
                <a:cubicBezTo>
                  <a:pt x="947035" y="1502373"/>
                  <a:pt x="1008455" y="1492285"/>
                  <a:pt x="1019175" y="1489361"/>
                </a:cubicBezTo>
                <a:cubicBezTo>
                  <a:pt x="1038548" y="1484077"/>
                  <a:pt x="1057091" y="1476081"/>
                  <a:pt x="1076325" y="1470311"/>
                </a:cubicBezTo>
                <a:cubicBezTo>
                  <a:pt x="1088864" y="1466549"/>
                  <a:pt x="1101886" y="1464548"/>
                  <a:pt x="1114425" y="1460786"/>
                </a:cubicBezTo>
                <a:cubicBezTo>
                  <a:pt x="1133659" y="1455016"/>
                  <a:pt x="1152009" y="1446251"/>
                  <a:pt x="1171575" y="1441736"/>
                </a:cubicBezTo>
                <a:cubicBezTo>
                  <a:pt x="1193451" y="1436688"/>
                  <a:pt x="1216025" y="1435386"/>
                  <a:pt x="1238250" y="1432211"/>
                </a:cubicBezTo>
                <a:cubicBezTo>
                  <a:pt x="1260475" y="1416336"/>
                  <a:pt x="1280496" y="1396800"/>
                  <a:pt x="1304925" y="1384586"/>
                </a:cubicBezTo>
                <a:cubicBezTo>
                  <a:pt x="1331866" y="1371116"/>
                  <a:pt x="1363055" y="1368084"/>
                  <a:pt x="1390650" y="1356011"/>
                </a:cubicBezTo>
                <a:cubicBezTo>
                  <a:pt x="1414101" y="1345751"/>
                  <a:pt x="1433874" y="1328171"/>
                  <a:pt x="1457325" y="1317911"/>
                </a:cubicBezTo>
                <a:cubicBezTo>
                  <a:pt x="1484920" y="1305838"/>
                  <a:pt x="1515246" y="1300921"/>
                  <a:pt x="1543050" y="1289336"/>
                </a:cubicBezTo>
                <a:cubicBezTo>
                  <a:pt x="1571418" y="1277516"/>
                  <a:pt x="1587301" y="1251407"/>
                  <a:pt x="1609725" y="1232186"/>
                </a:cubicBezTo>
                <a:cubicBezTo>
                  <a:pt x="1618417" y="1224736"/>
                  <a:pt x="1630205" y="1221231"/>
                  <a:pt x="1638300" y="1213136"/>
                </a:cubicBezTo>
                <a:cubicBezTo>
                  <a:pt x="1652675" y="1198761"/>
                  <a:pt x="1662025" y="1179886"/>
                  <a:pt x="1676400" y="1165511"/>
                </a:cubicBezTo>
                <a:cubicBezTo>
                  <a:pt x="1772434" y="1069477"/>
                  <a:pt x="1683706" y="1181170"/>
                  <a:pt x="1752600" y="1089311"/>
                </a:cubicBezTo>
                <a:cubicBezTo>
                  <a:pt x="1765269" y="1051304"/>
                  <a:pt x="1769013" y="1037434"/>
                  <a:pt x="1790700" y="994061"/>
                </a:cubicBezTo>
                <a:cubicBezTo>
                  <a:pt x="1798979" y="977502"/>
                  <a:pt x="1809750" y="962311"/>
                  <a:pt x="1819275" y="946436"/>
                </a:cubicBezTo>
                <a:cubicBezTo>
                  <a:pt x="1842472" y="853649"/>
                  <a:pt x="1828601" y="894545"/>
                  <a:pt x="1857375" y="822611"/>
                </a:cubicBezTo>
                <a:cubicBezTo>
                  <a:pt x="1871146" y="629823"/>
                  <a:pt x="1873229" y="666696"/>
                  <a:pt x="1857375" y="413036"/>
                </a:cubicBezTo>
                <a:cubicBezTo>
                  <a:pt x="1855480" y="382720"/>
                  <a:pt x="1840592" y="382418"/>
                  <a:pt x="1828800" y="355886"/>
                </a:cubicBezTo>
                <a:cubicBezTo>
                  <a:pt x="1745648" y="168793"/>
                  <a:pt x="1855369" y="383331"/>
                  <a:pt x="1790700" y="270161"/>
                </a:cubicBezTo>
                <a:cubicBezTo>
                  <a:pt x="1783655" y="257833"/>
                  <a:pt x="1778955" y="244237"/>
                  <a:pt x="1771650" y="232061"/>
                </a:cubicBezTo>
                <a:cubicBezTo>
                  <a:pt x="1760721" y="213845"/>
                  <a:pt x="1722342" y="157072"/>
                  <a:pt x="1704975" y="136811"/>
                </a:cubicBezTo>
                <a:cubicBezTo>
                  <a:pt x="1696209" y="126584"/>
                  <a:pt x="1687361" y="116066"/>
                  <a:pt x="1676400" y="108236"/>
                </a:cubicBezTo>
                <a:cubicBezTo>
                  <a:pt x="1630152" y="75202"/>
                  <a:pt x="1651182" y="100389"/>
                  <a:pt x="1609725" y="79661"/>
                </a:cubicBezTo>
                <a:cubicBezTo>
                  <a:pt x="1599486" y="74541"/>
                  <a:pt x="1592010" y="64231"/>
                  <a:pt x="1581150" y="60611"/>
                </a:cubicBezTo>
                <a:cubicBezTo>
                  <a:pt x="1543893" y="48192"/>
                  <a:pt x="1504107" y="44455"/>
                  <a:pt x="1466850" y="32036"/>
                </a:cubicBezTo>
                <a:cubicBezTo>
                  <a:pt x="1447800" y="25686"/>
                  <a:pt x="1429681" y="14984"/>
                  <a:pt x="1409700" y="12986"/>
                </a:cubicBezTo>
                <a:cubicBezTo>
                  <a:pt x="1191240" y="-8860"/>
                  <a:pt x="1346358" y="3461"/>
                  <a:pt x="942975" y="346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7458075" y="857250"/>
            <a:ext cx="466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7134225" y="1988582"/>
            <a:ext cx="5057775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Let data=</a:t>
            </a:r>
            <a:r>
              <a:rPr lang="en-US" dirty="0" err="1" smtClean="0"/>
              <a:t>Products.filter</a:t>
            </a:r>
            <a:r>
              <a:rPr lang="en-US" dirty="0" smtClean="0"/>
              <a:t>(p=&gt;</a:t>
            </a:r>
            <a:r>
              <a:rPr lang="en-US" dirty="0" err="1" smtClean="0"/>
              <a:t>p.isFruit</a:t>
            </a:r>
            <a:r>
              <a:rPr lang="en-US" dirty="0" smtClean="0"/>
              <a:t>==false)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422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310EB12-C7E8-760B-A90C-89D1308A044A}"/>
              </a:ext>
            </a:extLst>
          </p:cNvPr>
          <p:cNvSpPr txBox="1"/>
          <p:nvPr/>
        </p:nvSpPr>
        <p:spPr>
          <a:xfrm>
            <a:off x="583923" y="1984658"/>
            <a:ext cx="10219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Notice how &lt;li&gt; has a key attribute. For each item in a list, you should pass a string or a number that uniquely identifies that item among its siblings. Usually, a key should be coming from your data, such as a database ID. React uses your keys to know what happened if you later insert, delete, or reorder the items.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159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1FE049A-0309-E11E-2EDA-497DED580556}"/>
              </a:ext>
            </a:extLst>
          </p:cNvPr>
          <p:cNvSpPr txBox="1"/>
          <p:nvPr/>
        </p:nvSpPr>
        <p:spPr>
          <a:xfrm>
            <a:off x="325506" y="117693"/>
            <a:ext cx="609765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people 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'./data.js'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getImageUrl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'./utils.js'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List()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chemists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people.filter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person.profession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'chemist'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listItems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chemists.map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getImageUrl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person.profession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known for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person.accomplishment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listItems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1D2D466-4DA6-3CD1-4DBA-3266B9960584}"/>
              </a:ext>
            </a:extLst>
          </p:cNvPr>
          <p:cNvSpPr txBox="1"/>
          <p:nvPr/>
        </p:nvSpPr>
        <p:spPr>
          <a:xfrm>
            <a:off x="6776001" y="536139"/>
            <a:ext cx="53000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getImageUrl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'https://i.imgur.com/'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person.imageId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's.jpg'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42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B70C71F-9276-D0D4-2F8E-E76DDBDFB2F3}"/>
              </a:ext>
            </a:extLst>
          </p:cNvPr>
          <p:cNvSpPr txBox="1"/>
          <p:nvPr/>
        </p:nvSpPr>
        <p:spPr>
          <a:xfrm>
            <a:off x="375202" y="166018"/>
            <a:ext cx="1137285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people = [{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'Creola Katherine Johnson'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profession: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'mathematician'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accomplishment: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'spaceflight calculations'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'MK3eW3A'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'Mario José Molina-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Pasquel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Henríquez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profession: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'chemist'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accomplishment: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'discovery of Arctic ozone hole'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mynHUSa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'Mohammad Abdus Salam'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profession: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'physicist'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accomplishment: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'electromagnetism theory'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'bE7W1ji'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'Percy Lavon Julian'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profession: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'chemist'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accomplishment: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'pioneering cortisone drugs, steroids and birth control pills'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'IOjWm71'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 {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id: 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name: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'Subrahmanyan Chandrasekhar'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profession: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'astrophysicist'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accomplishment: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'white dwarf star mass calculations'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imageId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'lrWQx8l'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}];</a:t>
            </a:r>
          </a:p>
        </p:txBody>
      </p:sp>
    </p:spTree>
    <p:extLst>
      <p:ext uri="{BB962C8B-B14F-4D97-AF65-F5344CB8AC3E}">
        <p14:creationId xmlns:p14="http://schemas.microsoft.com/office/powerpoint/2010/main" val="303827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72AE2FF-0EB7-5568-308E-903F1B4066C6}"/>
              </a:ext>
            </a:extLst>
          </p:cNvPr>
          <p:cNvSpPr txBox="1"/>
          <p:nvPr/>
        </p:nvSpPr>
        <p:spPr>
          <a:xfrm>
            <a:off x="554106" y="738162"/>
            <a:ext cx="110846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Let’s say you want a way to only show people whose profession is 'chemist'. You can use JavaScript’s filter() method to return just those people. This method takes an array of items, passes them through a “test” (a function that returns true or false), and returns a new array of only those items that passed the test (returned true).</a:t>
            </a:r>
          </a:p>
          <a:p>
            <a:endParaRPr lang="en-US" dirty="0"/>
          </a:p>
          <a:p>
            <a:r>
              <a:rPr lang="en-US" dirty="0"/>
              <a:t>You only want the items where profession is 'chemist'. The “test” function for this looks like (person) =&gt; </a:t>
            </a:r>
            <a:r>
              <a:rPr lang="en-US" dirty="0" err="1"/>
              <a:t>person.profession</a:t>
            </a:r>
            <a:r>
              <a:rPr lang="en-US" dirty="0"/>
              <a:t> === 'chemist'. Here’s how to put it together:</a:t>
            </a:r>
          </a:p>
          <a:p>
            <a:endParaRPr lang="en-US" dirty="0"/>
          </a:p>
          <a:p>
            <a:r>
              <a:rPr lang="en-US" dirty="0"/>
              <a:t>Create a new array of just “chemist” people, chemists, by calling filter() on the people filtering by </a:t>
            </a:r>
            <a:r>
              <a:rPr lang="en-US" dirty="0" err="1"/>
              <a:t>person.profession</a:t>
            </a:r>
            <a:r>
              <a:rPr lang="en-US" dirty="0"/>
              <a:t> === 'chemist':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3CDA453-F0D3-4C9E-A618-723657A35E95}"/>
              </a:ext>
            </a:extLst>
          </p:cNvPr>
          <p:cNvSpPr txBox="1"/>
          <p:nvPr/>
        </p:nvSpPr>
        <p:spPr>
          <a:xfrm>
            <a:off x="3047172" y="4567535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chemists =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people.filter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(person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person.profession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'chemist'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8670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242</Words>
  <Application>Microsoft Office PowerPoint</Application>
  <PresentationFormat>Widescreen</PresentationFormat>
  <Paragraphs>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Optimistic Display</vt:lpstr>
      <vt:lpstr>Optimistic Text</vt:lpstr>
      <vt:lpstr>Source Code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User</cp:lastModifiedBy>
  <cp:revision>9</cp:revision>
  <dcterms:created xsi:type="dcterms:W3CDTF">2024-01-04T16:46:33Z</dcterms:created>
  <dcterms:modified xsi:type="dcterms:W3CDTF">2024-06-19T10:30:45Z</dcterms:modified>
</cp:coreProperties>
</file>