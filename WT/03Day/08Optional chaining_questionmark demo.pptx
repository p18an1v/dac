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D33C-5C66-62F4-B244-5F7245945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29B39-D04F-8521-F711-3265FF342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783B5-39F3-31BE-81F3-BB5A88D1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0B4D0-6A7A-2D19-4193-47D9618E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226BB-5FFC-B190-8814-A1583BA8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11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C199-066B-7357-D5A8-0324A6A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F7183-4294-1E7A-E137-59BF684E5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6FE8F-6832-7FAB-0690-E7C889EEF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CE10F-2238-F056-4193-FCE428C1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DB71C-DD92-F966-4C45-85267F68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18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61733-ED2E-D359-3A32-29F61B36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8CA0A-9BDF-7DB2-9ACB-15433C17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FAA63-BBC3-555B-6EFA-9C1593BA1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ACE63-59D6-BA41-82D6-EDB99D3D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EAB61-E51A-6830-D962-DDC1DBD5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69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02AE-8FCF-2A85-69DA-B57A9D9F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55505-4863-D7AC-90AB-41BEE0B51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0DCDB-C401-4106-5016-CD999672E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CD487-77FA-290F-91FE-3FBFE3C3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F106A-6D1E-3F2A-9A87-49505E9C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6082B-B69B-F9BC-2F88-BE5E4B6A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91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FEE1-0AEB-70E4-5277-A99EE8FB2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D4410-58B9-F05E-454B-AF2FC452A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89C67-D2AD-1F9F-2636-7499F2D2F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5B712-F0D8-D1D3-0B7C-ADCBD00B7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35B856-EE27-2011-FAD1-3506A4DFF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98518-24DC-0CB8-00E2-792030E5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F18F5-8315-1765-B3F3-7BA8735BC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277AE-A001-01DE-AC96-29868A58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08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1C8F-31B1-D43C-7ECD-3352ADB5E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08CF3-6C5F-FB77-CC63-10C52045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ED3FD-80DF-46ED-9BDD-E8FAB286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05F48-A315-81B4-6590-0714BE2A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66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471FE-3D2E-7D77-4FA2-C11FF7F4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0FB95-18CC-1F14-D5CD-67A53589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9E125-3D81-2A68-8CAB-130D5A1A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16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A489-32EA-E120-9AFE-3299F8CC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53D1A-47A9-8A9D-4CC2-64D23C37F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3B8D8-16D9-B67E-2D80-D8C1278BF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B70F7-FCDB-42EB-EA71-22140B7D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5CC0E-D887-B559-8E2A-E8F08DD0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8036C-45DB-DBE7-8B69-89F561B2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113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286F-7632-584F-ABC4-10B83752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BB9ED3-F8EB-45EA-E1D7-5392573A7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A749A-9119-247E-49A2-0468222EF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E5CC6-7FDF-09AA-36C0-63608FE8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723CA-E94C-C224-20AC-13EA76FB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50C3C-35A7-DD18-7FB0-18B32B9EF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B1837-32F9-B8D3-E163-4FE207DF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E5A76-C8AA-9640-B972-AB9DF5056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FA03B-6A74-7BA5-F14B-9EDC83AD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200C8-A48A-2BC8-9123-7A660657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FCC1-E8BF-038A-379E-783112DC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830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6F4363-C6BB-E96D-E2AB-77C38CF21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F36AA-9292-ECF6-86D3-EF2DFC04F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15C51-BBC8-7976-F77F-81370431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50063-FE6E-A6F0-BE89-836A62D4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76D91-C545-3E04-71FC-0A6327A0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05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627570-F861-4673-0614-34151B412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10019-9E9C-ED41-996F-933C83E66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31EE1-4568-A578-962D-634F4FD42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DE1AC-1DFC-47B9-A394-69FDA2806F9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7EE77-BC7B-577F-BCCC-7C6CAEBE3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97F10-FBC6-1CE6-6391-4A10B1C41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BB697-F82B-4A51-9C10-6C52CDFF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573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6DA6-5D06-1032-E184-884CA2AE3D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03267-F2C1-5CFD-2E25-C987AE7EE5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970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1575464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9C718B-D747-B505-D9DE-D0F12E85CE16}"/>
              </a:ext>
            </a:extLst>
          </p:cNvPr>
          <p:cNvSpPr txBox="1"/>
          <p:nvPr/>
        </p:nvSpPr>
        <p:spPr>
          <a:xfrm>
            <a:off x="1388993" y="90900"/>
            <a:ext cx="5200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user has no address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00F434-18B0-08A1-A26F-04C8AEF35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97" y="1598614"/>
            <a:ext cx="10337913" cy="1053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CFD995-6FB1-923C-0456-AA5F12ADB357}"/>
              </a:ext>
            </a:extLst>
          </p:cNvPr>
          <p:cNvSpPr txBox="1"/>
          <p:nvPr/>
        </p:nvSpPr>
        <p:spPr>
          <a:xfrm>
            <a:off x="1345923" y="3290007"/>
            <a:ext cx="56711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user has no address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user?.address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//undefine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00E458-5F02-B9AE-C74D-ED6FD219BF80}"/>
              </a:ext>
            </a:extLst>
          </p:cNvPr>
          <p:cNvSpPr txBox="1"/>
          <p:nvPr/>
        </p:nvSpPr>
        <p:spPr>
          <a:xfrm>
            <a:off x="1200150" y="5259386"/>
            <a:ext cx="6137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undefine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Flow will go ahead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65CEC0-40EA-3B39-0A5A-77D8504CD0D0}"/>
              </a:ext>
            </a:extLst>
          </p:cNvPr>
          <p:cNvSpPr txBox="1"/>
          <p:nvPr/>
        </p:nvSpPr>
        <p:spPr>
          <a:xfrm>
            <a:off x="7017026" y="90900"/>
            <a:ext cx="37859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crash</a:t>
            </a:r>
            <a:r>
              <a:rPr lang="en-US" dirty="0"/>
              <a:t>……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3DA20-DB04-2B5A-BD13-B78D02685C1B}"/>
              </a:ext>
            </a:extLst>
          </p:cNvPr>
          <p:cNvSpPr txBox="1"/>
          <p:nvPr/>
        </p:nvSpPr>
        <p:spPr>
          <a:xfrm>
            <a:off x="7337562" y="3974926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86288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32B749-9BD4-6022-6CEB-32418C20B10B}"/>
              </a:ext>
            </a:extLst>
          </p:cNvPr>
          <p:cNvSpPr txBox="1"/>
          <p:nvPr/>
        </p:nvSpPr>
        <p:spPr>
          <a:xfrm>
            <a:off x="1548020" y="245958"/>
            <a:ext cx="4862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B92A9-335E-7B04-29AC-8B7CAD66D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67" y="1803580"/>
            <a:ext cx="8748518" cy="9449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2ADEFC-869D-FFE7-7F2D-7AEC14E901E8}"/>
              </a:ext>
            </a:extLst>
          </p:cNvPr>
          <p:cNvSpPr txBox="1"/>
          <p:nvPr/>
        </p:nvSpPr>
        <p:spPr>
          <a:xfrm>
            <a:off x="7017026" y="90900"/>
            <a:ext cx="37859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crash</a:t>
            </a:r>
            <a:r>
              <a:rPr lang="en-US" dirty="0"/>
              <a:t>……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7EF24-1F31-997E-0049-515DC03A6AB1}"/>
              </a:ext>
            </a:extLst>
          </p:cNvPr>
          <p:cNvSpPr txBox="1"/>
          <p:nvPr/>
        </p:nvSpPr>
        <p:spPr>
          <a:xfrm>
            <a:off x="910674" y="3559427"/>
            <a:ext cx="613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user?.address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5EFD4D-B108-73AC-A0AA-CDD595E68ADF}"/>
              </a:ext>
            </a:extLst>
          </p:cNvPr>
          <p:cNvSpPr txBox="1"/>
          <p:nvPr/>
        </p:nvSpPr>
        <p:spPr>
          <a:xfrm>
            <a:off x="7337562" y="3974926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D53E3A-8A46-7CC8-8A2E-6C57071BB29F}"/>
              </a:ext>
            </a:extLst>
          </p:cNvPr>
          <p:cNvSpPr txBox="1"/>
          <p:nvPr/>
        </p:nvSpPr>
        <p:spPr>
          <a:xfrm>
            <a:off x="1061002" y="5289204"/>
            <a:ext cx="6137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undefine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Flow will go ahead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145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42362B-7BBB-0B2F-73DC-6C38C1E50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16" y="2154594"/>
            <a:ext cx="8893311" cy="998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07EF09-83CD-A3F8-6FA8-EAE0E09B2F9D}"/>
              </a:ext>
            </a:extLst>
          </p:cNvPr>
          <p:cNvSpPr txBox="1"/>
          <p:nvPr/>
        </p:nvSpPr>
        <p:spPr>
          <a:xfrm>
            <a:off x="1766681" y="723038"/>
            <a:ext cx="61374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user?.address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98A1AD-2203-9955-E3B5-1DC755918E79}"/>
              </a:ext>
            </a:extLst>
          </p:cNvPr>
          <p:cNvSpPr txBox="1"/>
          <p:nvPr/>
        </p:nvSpPr>
        <p:spPr>
          <a:xfrm>
            <a:off x="7364895" y="223184"/>
            <a:ext cx="37859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crash</a:t>
            </a:r>
            <a:r>
              <a:rPr lang="en-US" dirty="0"/>
              <a:t>……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03DE70-0C4D-21A3-28C4-B6749C79C419}"/>
              </a:ext>
            </a:extLst>
          </p:cNvPr>
          <p:cNvSpPr txBox="1"/>
          <p:nvPr/>
        </p:nvSpPr>
        <p:spPr>
          <a:xfrm>
            <a:off x="1053547" y="3705100"/>
            <a:ext cx="8259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variable</a:t>
            </a:r>
            <a:r>
              <a:rPr lang="en-US" dirty="0"/>
              <a:t> before ?. must </a:t>
            </a:r>
            <a:r>
              <a:rPr lang="en-US" dirty="0">
                <a:highlight>
                  <a:srgbClr val="FFFF00"/>
                </a:highlight>
              </a:rPr>
              <a:t>be declared</a:t>
            </a:r>
          </a:p>
          <a:p>
            <a:r>
              <a:rPr lang="en-US" dirty="0"/>
              <a:t>If there’s no variable user at all, then user ?. anything triggers an error:</a:t>
            </a:r>
          </a:p>
        </p:txBody>
      </p:sp>
    </p:spTree>
    <p:extLst>
      <p:ext uri="{BB962C8B-B14F-4D97-AF65-F5344CB8AC3E}">
        <p14:creationId xmlns:p14="http://schemas.microsoft.com/office/powerpoint/2010/main" val="44832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279806-3E28-8C03-C067-F90EE518FAF3}"/>
              </a:ext>
            </a:extLst>
          </p:cNvPr>
          <p:cNvSpPr txBox="1"/>
          <p:nvPr/>
        </p:nvSpPr>
        <p:spPr>
          <a:xfrm>
            <a:off x="1796499" y="652815"/>
            <a:ext cx="613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alert(user?.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address.street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246AF0-69BF-D90E-EEEA-B9EC21080689}"/>
              </a:ext>
            </a:extLst>
          </p:cNvPr>
          <p:cNvSpPr txBox="1"/>
          <p:nvPr/>
        </p:nvSpPr>
        <p:spPr>
          <a:xfrm>
            <a:off x="8073059" y="967264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8A3268-43F3-95D6-7D1F-270F848E93F1}"/>
              </a:ext>
            </a:extLst>
          </p:cNvPr>
          <p:cNvSpPr txBox="1"/>
          <p:nvPr/>
        </p:nvSpPr>
        <p:spPr>
          <a:xfrm>
            <a:off x="1796499" y="2281542"/>
            <a:ext cx="6137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undefine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Flow will go ahead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FDE114-0090-ABA1-195D-40AAD2E43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330" y="5619218"/>
            <a:ext cx="8756139" cy="807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F979E6-01A2-16D0-E289-E85468E55162}"/>
              </a:ext>
            </a:extLst>
          </p:cNvPr>
          <p:cNvSpPr txBox="1"/>
          <p:nvPr/>
        </p:nvSpPr>
        <p:spPr>
          <a:xfrm>
            <a:off x="1935647" y="3930128"/>
            <a:ext cx="613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user={};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alert(user?.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address.street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92ECE-7C38-BE58-AAA6-437372344E8C}"/>
              </a:ext>
            </a:extLst>
          </p:cNvPr>
          <p:cNvSpPr txBox="1"/>
          <p:nvPr/>
        </p:nvSpPr>
        <p:spPr>
          <a:xfrm>
            <a:off x="7305260" y="4361407"/>
            <a:ext cx="37859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crash</a:t>
            </a:r>
            <a:r>
              <a:rPr lang="en-US" dirty="0"/>
              <a:t>……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87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1285E4-5CEA-CDBE-FFEB-006DC38A92C2}"/>
              </a:ext>
            </a:extLst>
          </p:cNvPr>
          <p:cNvSpPr txBox="1"/>
          <p:nvPr/>
        </p:nvSpPr>
        <p:spPr>
          <a:xfrm>
            <a:off x="1746803" y="370916"/>
            <a:ext cx="613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alert(user?.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address.street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48C73-DB96-0F9F-DC95-C0E3D3CCEAA4}"/>
              </a:ext>
            </a:extLst>
          </p:cNvPr>
          <p:cNvSpPr txBox="1"/>
          <p:nvPr/>
        </p:nvSpPr>
        <p:spPr>
          <a:xfrm>
            <a:off x="7595980" y="370916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ACC44-50E7-A094-A0EF-7B3962CA2E0A}"/>
              </a:ext>
            </a:extLst>
          </p:cNvPr>
          <p:cNvSpPr txBox="1"/>
          <p:nvPr/>
        </p:nvSpPr>
        <p:spPr>
          <a:xfrm>
            <a:off x="1588183" y="2928361"/>
            <a:ext cx="6137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user={};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user.address?.street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E3C24-2938-FD8C-34A0-11600C81F00D}"/>
              </a:ext>
            </a:extLst>
          </p:cNvPr>
          <p:cNvSpPr txBox="1"/>
          <p:nvPr/>
        </p:nvSpPr>
        <p:spPr>
          <a:xfrm>
            <a:off x="7808014" y="2718994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124F12-E873-14B0-6AED-68BA2547259A}"/>
              </a:ext>
            </a:extLst>
          </p:cNvPr>
          <p:cNvSpPr txBox="1"/>
          <p:nvPr/>
        </p:nvSpPr>
        <p:spPr>
          <a:xfrm>
            <a:off x="485140" y="4752789"/>
            <a:ext cx="114026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The optional chaining ?. stops the evaluation if the value before ?. is undefined or null and returns undefined.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Further in this article, for brevity, we’ll be saying that something “exists” if it’s not null and not undefined.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In other words, </a:t>
            </a:r>
            <a:r>
              <a:rPr lang="en-US" sz="1800" dirty="0" err="1"/>
              <a:t>value?.prop</a:t>
            </a:r>
            <a:r>
              <a:rPr lang="en-US" sz="1800" dirty="0"/>
              <a:t>:          works as </a:t>
            </a:r>
            <a:r>
              <a:rPr lang="en-US" sz="1800" dirty="0" err="1"/>
              <a:t>value.prop</a:t>
            </a:r>
            <a:r>
              <a:rPr lang="en-US" sz="1800" dirty="0"/>
              <a:t>, if value exists,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otherwise (when value is undefined/null) it returns </a:t>
            </a:r>
            <a:r>
              <a:rPr lang="en-US" sz="1800" dirty="0">
                <a:highlight>
                  <a:srgbClr val="FFFF00"/>
                </a:highlight>
              </a:rPr>
              <a:t>undefined.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FA141A-DFE0-8CB9-69DE-EE8D9B5DC5B9}"/>
              </a:ext>
            </a:extLst>
          </p:cNvPr>
          <p:cNvSpPr txBox="1"/>
          <p:nvPr/>
        </p:nvSpPr>
        <p:spPr>
          <a:xfrm>
            <a:off x="7595980" y="1184036"/>
            <a:ext cx="3908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undefine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Flow will go ahead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1646B-2C07-7846-133F-377E978CCC7E}"/>
              </a:ext>
            </a:extLst>
          </p:cNvPr>
          <p:cNvSpPr txBox="1"/>
          <p:nvPr/>
        </p:nvSpPr>
        <p:spPr>
          <a:xfrm>
            <a:off x="7808014" y="3667025"/>
            <a:ext cx="3908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undefine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Flow will go ahead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46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13D657-A00E-70DB-CA94-7FEC27276021}"/>
              </a:ext>
            </a:extLst>
          </p:cNvPr>
          <p:cNvSpPr txBox="1"/>
          <p:nvPr/>
        </p:nvSpPr>
        <p:spPr>
          <a:xfrm>
            <a:off x="669472" y="245715"/>
            <a:ext cx="74568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userGuest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userGuest.admin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//nothing (no such method)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69F0EE-034C-003B-6F91-2A48481C6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86" y="1919353"/>
            <a:ext cx="8878069" cy="723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5EF36C-C572-5257-2C21-29009974AF15}"/>
              </a:ext>
            </a:extLst>
          </p:cNvPr>
          <p:cNvSpPr txBox="1"/>
          <p:nvPr/>
        </p:nvSpPr>
        <p:spPr>
          <a:xfrm>
            <a:off x="8126354" y="245715"/>
            <a:ext cx="37859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crash</a:t>
            </a:r>
            <a:r>
              <a:rPr lang="en-US" dirty="0"/>
              <a:t>……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3254F-DEF3-6EE8-35C9-B2436082D6DE}"/>
              </a:ext>
            </a:extLst>
          </p:cNvPr>
          <p:cNvSpPr txBox="1"/>
          <p:nvPr/>
        </p:nvSpPr>
        <p:spPr>
          <a:xfrm>
            <a:off x="454258" y="4066939"/>
            <a:ext cx="52654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userGuest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userGuest.admin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?.();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5E86B0-14DA-C924-3C54-BBB252E64CF4}"/>
              </a:ext>
            </a:extLst>
          </p:cNvPr>
          <p:cNvSpPr txBox="1"/>
          <p:nvPr/>
        </p:nvSpPr>
        <p:spPr>
          <a:xfrm>
            <a:off x="7304160" y="4574770"/>
            <a:ext cx="3785981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 ahead and will not call admin() as admin is not a function 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B01DEC-DA92-2E29-2B2F-735094A66C87}"/>
              </a:ext>
            </a:extLst>
          </p:cNvPr>
          <p:cNvSpPr txBox="1"/>
          <p:nvPr/>
        </p:nvSpPr>
        <p:spPr>
          <a:xfrm>
            <a:off x="3142708" y="5864375"/>
            <a:ext cx="390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Flow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will go ahead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109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3D1AE6-97B3-05F4-3E99-99509B67328C}"/>
              </a:ext>
            </a:extLst>
          </p:cNvPr>
          <p:cNvSpPr txBox="1"/>
          <p:nvPr/>
        </p:nvSpPr>
        <p:spPr>
          <a:xfrm>
            <a:off x="725455" y="324741"/>
            <a:ext cx="60975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userAdmin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admin()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alert(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 am admin"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userAdmin.admin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?.();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I am admin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06FC1-403B-5220-131B-E85A61E8BF68}"/>
              </a:ext>
            </a:extLst>
          </p:cNvPr>
          <p:cNvSpPr txBox="1"/>
          <p:nvPr/>
        </p:nvSpPr>
        <p:spPr>
          <a:xfrm>
            <a:off x="6823009" y="739889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 ahead and will call admin() function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BB5A7-3DE2-57FF-15FA-DADCA5C39AC0}"/>
              </a:ext>
            </a:extLst>
          </p:cNvPr>
          <p:cNvSpPr txBox="1"/>
          <p:nvPr/>
        </p:nvSpPr>
        <p:spPr>
          <a:xfrm>
            <a:off x="1052651" y="2701297"/>
            <a:ext cx="390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 am admin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589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01F48B-C2F6-AFB7-1932-9C3D7E0CAB74}"/>
              </a:ext>
            </a:extLst>
          </p:cNvPr>
          <p:cNvSpPr txBox="1"/>
          <p:nvPr/>
        </p:nvSpPr>
        <p:spPr>
          <a:xfrm>
            <a:off x="669472" y="448958"/>
            <a:ext cx="57593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key 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user1 =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alert(user1?.[key]);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John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8103B-DD9D-6468-DD7F-6FB1AE96EFE1}"/>
              </a:ext>
            </a:extLst>
          </p:cNvPr>
          <p:cNvSpPr txBox="1"/>
          <p:nvPr/>
        </p:nvSpPr>
        <p:spPr>
          <a:xfrm>
            <a:off x="1033990" y="2553235"/>
            <a:ext cx="390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John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9B078-8DF1-4C3E-6C39-B6B8C484F075}"/>
              </a:ext>
            </a:extLst>
          </p:cNvPr>
          <p:cNvSpPr txBox="1"/>
          <p:nvPr/>
        </p:nvSpPr>
        <p:spPr>
          <a:xfrm>
            <a:off x="669472" y="3633807"/>
            <a:ext cx="57593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key 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user1 =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alert(user1?.[key]);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John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user1?.firstName;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console.log(user1)</a:t>
            </a:r>
          </a:p>
          <a:p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AEC3FA-369B-F899-7815-FA786E5E5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296" y="754514"/>
            <a:ext cx="6945326" cy="6264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CBC82D-79F0-C513-6792-D0599D896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533" y="4183462"/>
            <a:ext cx="6403995" cy="6264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8B0B2F-93BD-7F9F-AC64-BE724B1BF31B}"/>
              </a:ext>
            </a:extLst>
          </p:cNvPr>
          <p:cNvSpPr txBox="1"/>
          <p:nvPr/>
        </p:nvSpPr>
        <p:spPr>
          <a:xfrm>
            <a:off x="5374433" y="5271796"/>
            <a:ext cx="575932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If user1 is there the read </a:t>
            </a:r>
            <a:r>
              <a:rPr lang="en-US" dirty="0" err="1"/>
              <a:t>firstName</a:t>
            </a:r>
            <a:r>
              <a:rPr lang="en-US" dirty="0"/>
              <a:t> property and delete 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570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E6EFB1-8637-5766-72D3-FA5D41EFC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756" y="2502436"/>
            <a:ext cx="8878069" cy="8077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868D66-F177-68F2-2986-76C0B7195109}"/>
              </a:ext>
            </a:extLst>
          </p:cNvPr>
          <p:cNvSpPr txBox="1"/>
          <p:nvPr/>
        </p:nvSpPr>
        <p:spPr>
          <a:xfrm>
            <a:off x="1656965" y="471111"/>
            <a:ext cx="6097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key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user2;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alert(user2[key]);</a:t>
            </a:r>
          </a:p>
          <a:p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7CA3C-D755-0500-6EE2-FB73FB2443FA}"/>
              </a:ext>
            </a:extLst>
          </p:cNvPr>
          <p:cNvSpPr txBox="1"/>
          <p:nvPr/>
        </p:nvSpPr>
        <p:spPr>
          <a:xfrm>
            <a:off x="6478465" y="794276"/>
            <a:ext cx="378598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Application crash</a:t>
            </a:r>
            <a:r>
              <a:rPr lang="en-US" dirty="0"/>
              <a:t>……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E1D73-2C54-407B-E309-19037251994A}"/>
              </a:ext>
            </a:extLst>
          </p:cNvPr>
          <p:cNvSpPr txBox="1"/>
          <p:nvPr/>
        </p:nvSpPr>
        <p:spPr>
          <a:xfrm>
            <a:off x="1227756" y="3923437"/>
            <a:ext cx="609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key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user2;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alert(user2?.[key]);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"Flow will go ahead"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25A9F3-5921-02C1-A837-7B41C24F178E}"/>
              </a:ext>
            </a:extLst>
          </p:cNvPr>
          <p:cNvSpPr txBox="1"/>
          <p:nvPr/>
        </p:nvSpPr>
        <p:spPr>
          <a:xfrm>
            <a:off x="7668055" y="4002723"/>
            <a:ext cx="378598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Application can </a:t>
            </a:r>
            <a:r>
              <a:rPr lang="en-US" dirty="0">
                <a:highlight>
                  <a:srgbClr val="FFFF00"/>
                </a:highlight>
              </a:rPr>
              <a:t>run</a:t>
            </a:r>
            <a:r>
              <a:rPr lang="en-US" dirty="0"/>
              <a:t> after giving </a:t>
            </a:r>
            <a:r>
              <a:rPr lang="en-US" dirty="0">
                <a:highlight>
                  <a:srgbClr val="FFFF00"/>
                </a:highlight>
              </a:rPr>
              <a:t>Undefined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F8B902-E98F-514E-D913-DCA505DA07FF}"/>
              </a:ext>
            </a:extLst>
          </p:cNvPr>
          <p:cNvSpPr txBox="1"/>
          <p:nvPr/>
        </p:nvSpPr>
        <p:spPr>
          <a:xfrm>
            <a:off x="1565834" y="5850388"/>
            <a:ext cx="3908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undefine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Flow will go ahead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526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43E84B-3180-C477-5D72-02B6E6C84CC7}"/>
              </a:ext>
            </a:extLst>
          </p:cNvPr>
          <p:cNvSpPr txBox="1"/>
          <p:nvPr/>
        </p:nvSpPr>
        <p:spPr>
          <a:xfrm>
            <a:off x="324239" y="499292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alert(user ??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"Anonymous"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John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11CFE-5FFF-5A8F-2672-6218A65AB5BD}"/>
              </a:ext>
            </a:extLst>
          </p:cNvPr>
          <p:cNvSpPr txBox="1"/>
          <p:nvPr/>
        </p:nvSpPr>
        <p:spPr>
          <a:xfrm>
            <a:off x="324239" y="1808920"/>
            <a:ext cx="3305369" cy="37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John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339E7-B2FF-B004-A891-51EA7C0A5076}"/>
              </a:ext>
            </a:extLst>
          </p:cNvPr>
          <p:cNvSpPr txBox="1"/>
          <p:nvPr/>
        </p:nvSpPr>
        <p:spPr>
          <a:xfrm>
            <a:off x="324239" y="2554570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alert(user ??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"Anonymous"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Anonymous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1DCAA-4DCF-455F-55BC-98B47EFB5AA4}"/>
              </a:ext>
            </a:extLst>
          </p:cNvPr>
          <p:cNvSpPr txBox="1"/>
          <p:nvPr/>
        </p:nvSpPr>
        <p:spPr>
          <a:xfrm>
            <a:off x="352231" y="3792671"/>
            <a:ext cx="3305369" cy="37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Anonymous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2766C-0353-A6E4-C0AB-7FAC177CCF9E}"/>
              </a:ext>
            </a:extLst>
          </p:cNvPr>
          <p:cNvSpPr txBox="1"/>
          <p:nvPr/>
        </p:nvSpPr>
        <p:spPr>
          <a:xfrm>
            <a:off x="6342484" y="203427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alert(user ??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"Anonymous"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Anonymous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2DBCA-892C-F6C4-7A7C-E46ED10E7395}"/>
              </a:ext>
            </a:extLst>
          </p:cNvPr>
          <p:cNvSpPr txBox="1"/>
          <p:nvPr/>
        </p:nvSpPr>
        <p:spPr>
          <a:xfrm>
            <a:off x="6662834" y="1622354"/>
            <a:ext cx="3305369" cy="37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Anonymous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D78037-09B7-66C0-FA0C-5D0A5FFE7CA8}"/>
              </a:ext>
            </a:extLst>
          </p:cNvPr>
          <p:cNvSpPr txBox="1"/>
          <p:nvPr/>
        </p:nvSpPr>
        <p:spPr>
          <a:xfrm>
            <a:off x="6574970" y="2348204"/>
            <a:ext cx="48122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alert(user ??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"Anonymous"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5B7849-E562-B663-12C3-24DCEF9C4CB3}"/>
              </a:ext>
            </a:extLst>
          </p:cNvPr>
          <p:cNvSpPr txBox="1"/>
          <p:nvPr/>
        </p:nvSpPr>
        <p:spPr>
          <a:xfrm>
            <a:off x="6749920" y="3606106"/>
            <a:ext cx="3305369" cy="37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231332-8E73-45F0-E08B-9091CAE7AB44}"/>
              </a:ext>
            </a:extLst>
          </p:cNvPr>
          <p:cNvSpPr txBox="1"/>
          <p:nvPr/>
        </p:nvSpPr>
        <p:spPr>
          <a:xfrm>
            <a:off x="9331" y="4421576"/>
            <a:ext cx="11740243" cy="2101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optional chaining ?. syntax has three forms: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obj?.prop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returns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obj.prop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if obj exists, otherwise undefined.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obj?.[prop] – returns obj[prop] if obj exists, otherwise undefined.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obj.method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?.() – calls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obj.method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if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obj.method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exists, otherwise returns undefined.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we can see, all of them are straightforward and simple to use. The ?. checks the left part for null/undefined and allows the evaluation to proceed if it’s not so.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6502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B6115A-9282-9B18-6330-558AC07A04A6}"/>
              </a:ext>
            </a:extLst>
          </p:cNvPr>
          <p:cNvSpPr txBox="1"/>
          <p:nvPr/>
        </p:nvSpPr>
        <p:spPr>
          <a:xfrm>
            <a:off x="342900" y="228513"/>
            <a:ext cx="609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height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width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area = (height ??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(width ??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alert(area);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5000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E14156-B0A0-5CB9-9481-351FFBDE9F02}"/>
              </a:ext>
            </a:extLst>
          </p:cNvPr>
          <p:cNvSpPr txBox="1"/>
          <p:nvPr/>
        </p:nvSpPr>
        <p:spPr>
          <a:xfrm>
            <a:off x="342900" y="2962384"/>
            <a:ext cx="609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height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width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area = height ??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width ??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alert(area);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3A7018-C788-1957-6D43-5DEC8BC7B50E}"/>
              </a:ext>
            </a:extLst>
          </p:cNvPr>
          <p:cNvSpPr txBox="1"/>
          <p:nvPr/>
        </p:nvSpPr>
        <p:spPr>
          <a:xfrm>
            <a:off x="6662057" y="3429000"/>
            <a:ext cx="448802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* (Multiplication has higher precedence then </a:t>
            </a:r>
          </a:p>
          <a:p>
            <a:r>
              <a:rPr lang="en-US" dirty="0"/>
              <a:t>?? )</a:t>
            </a:r>
          </a:p>
          <a:p>
            <a:r>
              <a:rPr lang="en-IN" dirty="0"/>
              <a:t>100 * null</a:t>
            </a:r>
            <a:r>
              <a:rPr lang="en-IN" dirty="0">
                <a:sym typeface="Wingdings" panose="05000000000000000000" pitchFamily="2" charset="2"/>
              </a:rPr>
              <a:t> 0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497EC-18DA-CC08-9D46-3AC41A9C22C9}"/>
              </a:ext>
            </a:extLst>
          </p:cNvPr>
          <p:cNvSpPr txBox="1"/>
          <p:nvPr/>
        </p:nvSpPr>
        <p:spPr>
          <a:xfrm>
            <a:off x="582385" y="5043020"/>
            <a:ext cx="3305369" cy="37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1D6D91-A884-B40B-FF40-850FC8495B4E}"/>
              </a:ext>
            </a:extLst>
          </p:cNvPr>
          <p:cNvSpPr txBox="1"/>
          <p:nvPr/>
        </p:nvSpPr>
        <p:spPr>
          <a:xfrm>
            <a:off x="675691" y="1982839"/>
            <a:ext cx="3305369" cy="37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5000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320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0937B4-41C5-4CA8-F852-3CBBBB71E01F}"/>
              </a:ext>
            </a:extLst>
          </p:cNvPr>
          <p:cNvSpPr txBox="1"/>
          <p:nvPr/>
        </p:nvSpPr>
        <p:spPr>
          <a:xfrm>
            <a:off x="342900" y="283038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height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height = height ??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alert(height);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100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03623-85EC-2890-26D6-602244AE8EC7}"/>
              </a:ext>
            </a:extLst>
          </p:cNvPr>
          <p:cNvSpPr txBox="1"/>
          <p:nvPr/>
        </p:nvSpPr>
        <p:spPr>
          <a:xfrm>
            <a:off x="806319" y="1819470"/>
            <a:ext cx="3305369" cy="37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100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26A5A4-0C2C-2D27-953C-5476537640B7}"/>
              </a:ext>
            </a:extLst>
          </p:cNvPr>
          <p:cNvSpPr txBox="1"/>
          <p:nvPr/>
        </p:nvSpPr>
        <p:spPr>
          <a:xfrm>
            <a:off x="7766957" y="1632904"/>
            <a:ext cx="3305369" cy="37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100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3C866-FFAA-00B6-4CB9-8E154C7CEB57}"/>
              </a:ext>
            </a:extLst>
          </p:cNvPr>
          <p:cNvSpPr txBox="1"/>
          <p:nvPr/>
        </p:nvSpPr>
        <p:spPr>
          <a:xfrm>
            <a:off x="6625513" y="342141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height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height = height ||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alert(height);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100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EA0B54-1608-B029-731D-4EA98B4C719A}"/>
              </a:ext>
            </a:extLst>
          </p:cNvPr>
          <p:cNvSpPr txBox="1"/>
          <p:nvPr/>
        </p:nvSpPr>
        <p:spPr>
          <a:xfrm>
            <a:off x="6827286" y="2597052"/>
            <a:ext cx="51847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height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height = height ||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alert(height);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100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69D461-1780-9A82-8B58-C0A39BF7DD45}"/>
              </a:ext>
            </a:extLst>
          </p:cNvPr>
          <p:cNvSpPr txBox="1"/>
          <p:nvPr/>
        </p:nvSpPr>
        <p:spPr>
          <a:xfrm>
            <a:off x="7766957" y="4292268"/>
            <a:ext cx="3305369" cy="37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100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7486FB-1FF8-AAC4-7EA6-4214A2C84A61}"/>
              </a:ext>
            </a:extLst>
          </p:cNvPr>
          <p:cNvSpPr txBox="1"/>
          <p:nvPr/>
        </p:nvSpPr>
        <p:spPr>
          <a:xfrm>
            <a:off x="466530" y="2690336"/>
            <a:ext cx="46528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height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height = height ??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alert(height);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A14191-C6F6-D928-7A87-96144E9E6356}"/>
              </a:ext>
            </a:extLst>
          </p:cNvPr>
          <p:cNvSpPr txBox="1"/>
          <p:nvPr/>
        </p:nvSpPr>
        <p:spPr>
          <a:xfrm>
            <a:off x="1105290" y="4292268"/>
            <a:ext cx="3305369" cy="373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O/P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0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4B543C-3480-17D3-F6B9-83249B4BC37F}"/>
              </a:ext>
            </a:extLst>
          </p:cNvPr>
          <p:cNvSpPr txBox="1"/>
          <p:nvPr/>
        </p:nvSpPr>
        <p:spPr>
          <a:xfrm>
            <a:off x="342900" y="5337311"/>
            <a:ext cx="6363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da-DK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da-DK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da-DK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?? </a:t>
            </a:r>
            <a:r>
              <a:rPr lang="da-DK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da-DK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Syntax error</a:t>
            </a:r>
            <a:endParaRPr lang="da-DK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da-DK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696035-EBC5-27EE-3165-427111FDC054}"/>
              </a:ext>
            </a:extLst>
          </p:cNvPr>
          <p:cNvSpPr txBox="1"/>
          <p:nvPr/>
        </p:nvSpPr>
        <p:spPr>
          <a:xfrm>
            <a:off x="6492552" y="5038532"/>
            <a:ext cx="5699448" cy="159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explicit parentheses to work around it: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(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&amp;&amp; 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?? 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 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Works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alert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 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 2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262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C45D9F-2AB5-270D-7E79-B832FFCDEA5E}"/>
              </a:ext>
            </a:extLst>
          </p:cNvPr>
          <p:cNvSpPr txBox="1"/>
          <p:nvPr/>
        </p:nvSpPr>
        <p:spPr>
          <a:xfrm>
            <a:off x="2423627" y="1716462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??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2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alert(x);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??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0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alert(y);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 = 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??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3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alert(z);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03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1312</Words>
  <Application>Microsoft Office PowerPoint</Application>
  <PresentationFormat>Widescreen</PresentationFormat>
  <Paragraphs>220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vidyanidhi school</cp:lastModifiedBy>
  <cp:revision>21</cp:revision>
  <dcterms:created xsi:type="dcterms:W3CDTF">2024-01-11T12:40:38Z</dcterms:created>
  <dcterms:modified xsi:type="dcterms:W3CDTF">2024-01-12T03:14:43Z</dcterms:modified>
</cp:coreProperties>
</file>