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2EA58-A005-4FBF-B244-E586B1AD6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1DBFD7-C700-4649-9C83-887BA02A4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AE16E-3585-45BA-A671-849BC4758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0C5FB-EA59-4035-BC49-CE58FE069A96}" type="datetimeFigureOut">
              <a:rPr lang="en-IN" smtClean="0"/>
              <a:t>04-12-2020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304F9-51B7-4E38-8491-A1FDAC198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FFEC2-963C-4950-8220-88F0F2720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4406-1076-4999-A93F-2BA91AB4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991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83C0-DECC-44D2-B980-B5C4C38B6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C275A-789C-4EFD-8987-735CF7922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AA825-31CA-4040-AAB7-763D3DFB9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0C5FB-EA59-4035-BC49-CE58FE069A96}" type="datetimeFigureOut">
              <a:rPr lang="en-IN" smtClean="0"/>
              <a:t>04-12-2020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6D936-972A-411C-8F81-B49B83B48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1CD4E-D4E7-48BD-8307-FB8D5692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4406-1076-4999-A93F-2BA91AB4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787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4C8F3-05DE-43CD-A9CA-93092CDF4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228D6-E676-45C6-BCEB-01B7FE16F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07C97-3935-41ED-AAC7-8A3A38B86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0C5FB-EA59-4035-BC49-CE58FE069A96}" type="datetimeFigureOut">
              <a:rPr lang="en-IN" smtClean="0"/>
              <a:t>04-12-2020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7520D-7A35-4023-806F-AD075F428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5F9F7-E473-4CFF-8935-0B51A335A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4406-1076-4999-A93F-2BA91AB4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847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81681-4A21-4880-9B33-9C9367B8F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48750-9664-4B37-948D-5501D6BF7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59DB5E-E17F-4BE8-BC44-C20103D4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CEAFE-E713-4F17-A511-72CBBB9EA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0C5FB-EA59-4035-BC49-CE58FE069A96}" type="datetimeFigureOut">
              <a:rPr lang="en-IN" smtClean="0"/>
              <a:t>04-12-2020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B6EFE-55BF-4FBE-9067-06B7B2561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6A24A-761C-4FF5-BCF1-3A89E4EC0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4406-1076-4999-A93F-2BA91AB4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318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8CE51-EA5E-484C-906E-C5D3BB2D6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29C11-BABC-4B8E-95D7-54AF03119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63A8E-5214-4C48-8A16-6F205F617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FC2DCA-7ACF-4D75-86E5-DF98AB5EC9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291EB-58FD-4667-B35B-A33436D41C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9A2364-32B1-4292-A89F-A8F37C78B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0C5FB-EA59-4035-BC49-CE58FE069A96}" type="datetimeFigureOut">
              <a:rPr lang="en-IN" smtClean="0"/>
              <a:t>04-12-2020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B69529-6C21-475F-8521-77073B313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BD40FE-E2F2-4A0F-8B7B-7866EB9DC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4406-1076-4999-A93F-2BA91AB4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76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5574-C225-4A5A-BB48-42E2DB8E4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F1389A-850A-4CD4-B592-FE6699C1B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0C5FB-EA59-4035-BC49-CE58FE069A96}" type="datetimeFigureOut">
              <a:rPr lang="en-IN" smtClean="0"/>
              <a:t>04-12-2020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66598-F87A-4241-AE29-80E98B544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7CBD50-7013-4A3B-9679-60E2096E6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4406-1076-4999-A93F-2BA91AB4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430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13B17F-D882-4BE8-976A-9445CEFC1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0C5FB-EA59-4035-BC49-CE58FE069A96}" type="datetimeFigureOut">
              <a:rPr lang="en-IN" smtClean="0"/>
              <a:t>04-12-2020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125297-0106-4292-AAEB-EAC71666B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57076-AD08-45B1-97CA-960021A42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4406-1076-4999-A93F-2BA91AB4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111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C4197-4FEC-4D98-9C58-70116B90C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4EAE4-482A-4ECC-8CED-2356A56EF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4B461-C8C0-41E4-B6AF-EB94CD2C5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4F85F-C64A-487B-B1A8-8AD9E596D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0C5FB-EA59-4035-BC49-CE58FE069A96}" type="datetimeFigureOut">
              <a:rPr lang="en-IN" smtClean="0"/>
              <a:t>04-12-2020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CD2F4-6EAE-451F-A45B-4F0648DB6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9AB09-997E-4674-A981-25B5E6058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4406-1076-4999-A93F-2BA91AB4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470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27DF0-06D4-4988-AFA3-84E54716D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929169-0A4F-48A3-9F01-3D41F3A841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2B7B35-FFD0-479C-8707-D17F0A38A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D89B4-425D-4000-BCAB-0858ECCEE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0C5FB-EA59-4035-BC49-CE58FE069A96}" type="datetimeFigureOut">
              <a:rPr lang="en-IN" smtClean="0"/>
              <a:t>04-12-2020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AD434-3C1C-41A2-8D0D-B17F98D5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453C9-4808-4DAD-9A0E-C31820FCB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4406-1076-4999-A93F-2BA91AB4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88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B944E-4836-44CF-83AA-3896F7FE5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D6AA4B-5BCF-4CD9-A29D-0CAA34498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55921-8AC7-48DF-9DB6-D671B9246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0C5FB-EA59-4035-BC49-CE58FE069A96}" type="datetimeFigureOut">
              <a:rPr lang="en-IN" smtClean="0"/>
              <a:t>04-12-2020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CC8E3-127C-4BA5-A0D2-6A6190E09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409DD-6078-48D5-BEB7-23BCB5DBC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4406-1076-4999-A93F-2BA91AB4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748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ABEFA9-8110-4B86-B7C9-898F9AC4A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28DF9-8998-48F0-B499-5E3E6527A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DBF7F-CA0D-49AA-A3C0-FF12954D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0C5FB-EA59-4035-BC49-CE58FE069A96}" type="datetimeFigureOut">
              <a:rPr lang="en-IN" smtClean="0"/>
              <a:t>04-12-2020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A6630-E10C-48AA-8C58-2F6520CAA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92F69-06E8-4C3B-9167-F106AC252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4406-1076-4999-A93F-2BA91AB4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396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C71088-1585-47BE-9E41-549A757D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72CA7-1942-4FE8-AB6C-C33AB59B5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B4A49-1145-421B-92EB-31FDA5C0F0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0C5FB-EA59-4035-BC49-CE58FE069A96}" type="datetimeFigureOut">
              <a:rPr lang="en-IN" smtClean="0"/>
              <a:t>04-12-2020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89186-B0A7-451D-9122-C1491A3AA9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E74E5-877C-4E0F-9F9D-BA7E5326BB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A4406-1076-4999-A93F-2BA91AB4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408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C73A9-CA1E-4831-A2C0-7F7C29DFB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380" y="0"/>
            <a:ext cx="9849465" cy="598436"/>
          </a:xfrm>
        </p:spPr>
        <p:txBody>
          <a:bodyPr>
            <a:normAutofit fontScale="90000"/>
          </a:bodyPr>
          <a:lstStyle/>
          <a:p>
            <a:r>
              <a:rPr lang="en-IN" dirty="0"/>
              <a:t>Upload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BED80-B0CE-4D76-B5C5-0E43DB81B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212" y="598437"/>
            <a:ext cx="11390672" cy="598436"/>
          </a:xfrm>
        </p:spPr>
        <p:txBody>
          <a:bodyPr>
            <a:normAutofit/>
          </a:bodyPr>
          <a:lstStyle/>
          <a:p>
            <a:r>
              <a:rPr lang="en-US" sz="1800" dirty="0"/>
              <a:t>The following HTML code creates a file uploader form. This form has method attribute set to POST and </a:t>
            </a:r>
            <a:r>
              <a:rPr lang="en-US" sz="1800" dirty="0" err="1"/>
              <a:t>enctype</a:t>
            </a:r>
            <a:r>
              <a:rPr lang="en-US" sz="1800" dirty="0"/>
              <a:t> attribute is set to multipart/form-data</a:t>
            </a: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E31A4F-6CCB-4749-824F-D1A4487465EB}"/>
              </a:ext>
            </a:extLst>
          </p:cNvPr>
          <p:cNvSpPr txBox="1"/>
          <p:nvPr/>
        </p:nvSpPr>
        <p:spPr>
          <a:xfrm>
            <a:off x="339212" y="1292880"/>
            <a:ext cx="1163156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&lt;title&gt;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 Uploading Form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&lt;h3&gt;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 Upload: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&lt;/h3&gt;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Select a file to upload: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"http://127.0.0.1:8081/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file_upload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enctype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"multipart/form-data"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"file"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"file"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"50"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"Upload File"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275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CE7FB-FAB3-4BD5-987D-6D2F63F3B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9" y="560439"/>
            <a:ext cx="5663381" cy="56165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'express'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"fs"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bodyParser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'body-parser'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multer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=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multer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'public'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bodyParser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urlencoded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extended: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}));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multer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dest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}));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'/06fileUpload.html'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sendFile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"06fileUpload.html"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file_upload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419A4-A272-48BB-B803-A55B71267656}"/>
              </a:ext>
            </a:extLst>
          </p:cNvPr>
          <p:cNvSpPr txBox="1"/>
          <p:nvPr/>
        </p:nvSpPr>
        <p:spPr>
          <a:xfrm>
            <a:off x="6440129" y="532307"/>
            <a:ext cx="5663381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600" b="0" dirty="0" err="1">
                <a:solidFill>
                  <a:srgbClr val="001080"/>
                </a:solidFill>
                <a:effectLst/>
              </a:rPr>
              <a:t>fs</a:t>
            </a:r>
            <a:r>
              <a:rPr lang="en-IN" sz="1600" b="0" dirty="0" err="1">
                <a:solidFill>
                  <a:srgbClr val="000000"/>
                </a:solidFill>
                <a:effectLst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</a:rPr>
              <a:t>readFile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( </a:t>
            </a:r>
            <a:r>
              <a:rPr lang="en-IN" sz="1600" b="0" dirty="0" err="1">
                <a:solidFill>
                  <a:srgbClr val="001080"/>
                </a:solidFill>
                <a:effectLst/>
              </a:rPr>
              <a:t>req</a:t>
            </a:r>
            <a:r>
              <a:rPr lang="en-IN" sz="1600" b="0" dirty="0" err="1">
                <a:solidFill>
                  <a:srgbClr val="000000"/>
                </a:solidFill>
                <a:effectLst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</a:rPr>
              <a:t>files</a:t>
            </a:r>
            <a:r>
              <a:rPr lang="en-IN" sz="1600" b="0" dirty="0" err="1">
                <a:solidFill>
                  <a:srgbClr val="000000"/>
                </a:solidFill>
                <a:effectLst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</a:rPr>
              <a:t>file</a:t>
            </a:r>
            <a:r>
              <a:rPr lang="en-IN" sz="1600" b="0" dirty="0" err="1">
                <a:solidFill>
                  <a:srgbClr val="000000"/>
                </a:solidFill>
                <a:effectLst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</a:rPr>
              <a:t>path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, </a:t>
            </a:r>
            <a:r>
              <a:rPr lang="en-IN" sz="1600" b="0" dirty="0">
                <a:solidFill>
                  <a:srgbClr val="0000FF"/>
                </a:solidFill>
                <a:effectLst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 (</a:t>
            </a:r>
            <a:r>
              <a:rPr lang="en-IN" sz="1600" b="0" dirty="0">
                <a:solidFill>
                  <a:srgbClr val="001080"/>
                </a:solidFill>
                <a:effectLst/>
              </a:rPr>
              <a:t>err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, </a:t>
            </a:r>
            <a:r>
              <a:rPr lang="en-IN" sz="1600" b="0" dirty="0">
                <a:solidFill>
                  <a:srgbClr val="001080"/>
                </a:solidFill>
                <a:effectLst/>
              </a:rPr>
              <a:t>data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) {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</a:rPr>
              <a:t>      </a:t>
            </a:r>
            <a:r>
              <a:rPr lang="en-IN" sz="1600" b="0" dirty="0" err="1">
                <a:solidFill>
                  <a:srgbClr val="001080"/>
                </a:solidFill>
                <a:effectLst/>
              </a:rPr>
              <a:t>fs</a:t>
            </a:r>
            <a:r>
              <a:rPr lang="en-IN" sz="1600" b="0" dirty="0" err="1">
                <a:solidFill>
                  <a:srgbClr val="000000"/>
                </a:solidFill>
                <a:effectLst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</a:rPr>
              <a:t>writeFile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</a:rPr>
              <a:t>file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, </a:t>
            </a:r>
            <a:r>
              <a:rPr lang="en-IN" sz="1600" b="0" dirty="0">
                <a:solidFill>
                  <a:srgbClr val="001080"/>
                </a:solidFill>
                <a:effectLst/>
              </a:rPr>
              <a:t>data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, </a:t>
            </a:r>
            <a:r>
              <a:rPr lang="en-IN" sz="1600" b="0" dirty="0">
                <a:solidFill>
                  <a:srgbClr val="0000FF"/>
                </a:solidFill>
                <a:effectLst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 (</a:t>
            </a:r>
            <a:r>
              <a:rPr lang="en-IN" sz="1600" b="0" dirty="0">
                <a:solidFill>
                  <a:srgbClr val="001080"/>
                </a:solidFill>
                <a:effectLst/>
              </a:rPr>
              <a:t>err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) {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</a:rPr>
              <a:t>         </a:t>
            </a:r>
            <a:r>
              <a:rPr lang="en-IN" sz="1600" b="0" dirty="0">
                <a:solidFill>
                  <a:srgbClr val="AF00DB"/>
                </a:solidFill>
                <a:effectLst/>
              </a:rPr>
              <a:t>if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( </a:t>
            </a:r>
            <a:r>
              <a:rPr lang="en-IN" sz="1600" b="0" dirty="0">
                <a:solidFill>
                  <a:srgbClr val="001080"/>
                </a:solidFill>
                <a:effectLst/>
              </a:rPr>
              <a:t>err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 ) {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</a:rPr>
              <a:t>            </a:t>
            </a:r>
            <a:r>
              <a:rPr lang="en-IN" sz="1600" b="0" dirty="0">
                <a:solidFill>
                  <a:srgbClr val="001080"/>
                </a:solidFill>
                <a:effectLst/>
              </a:rPr>
              <a:t>console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</a:rPr>
              <a:t>log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( </a:t>
            </a:r>
            <a:r>
              <a:rPr lang="en-IN" sz="1600" b="0" dirty="0">
                <a:solidFill>
                  <a:srgbClr val="001080"/>
                </a:solidFill>
                <a:effectLst/>
              </a:rPr>
              <a:t>err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 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</a:rPr>
              <a:t>            } </a:t>
            </a:r>
            <a:r>
              <a:rPr lang="en-IN" sz="1600" b="0" dirty="0">
                <a:solidFill>
                  <a:srgbClr val="AF00DB"/>
                </a:solidFill>
                <a:effectLst/>
              </a:rPr>
              <a:t>else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 {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</a:rPr>
              <a:t>               </a:t>
            </a:r>
            <a:r>
              <a:rPr lang="en-IN" sz="1600" b="0" dirty="0">
                <a:solidFill>
                  <a:srgbClr val="001080"/>
                </a:solidFill>
                <a:effectLst/>
              </a:rPr>
              <a:t>response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 = {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</a:rPr>
              <a:t>                  </a:t>
            </a:r>
            <a:r>
              <a:rPr lang="en-IN" sz="1600" b="0" dirty="0" err="1">
                <a:solidFill>
                  <a:srgbClr val="001080"/>
                </a:solidFill>
                <a:effectLst/>
              </a:rPr>
              <a:t>message:</a:t>
            </a:r>
            <a:r>
              <a:rPr lang="en-IN" sz="1600" b="0" dirty="0" err="1">
                <a:solidFill>
                  <a:srgbClr val="A31515"/>
                </a:solidFill>
                <a:effectLst/>
              </a:rPr>
              <a:t>'File</a:t>
            </a:r>
            <a:r>
              <a:rPr lang="en-IN" sz="1600" b="0" dirty="0">
                <a:solidFill>
                  <a:srgbClr val="A31515"/>
                </a:solidFill>
                <a:effectLst/>
              </a:rPr>
              <a:t> uploaded successfully'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,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</a:rPr>
              <a:t>                  </a:t>
            </a:r>
            <a:r>
              <a:rPr lang="en-IN" sz="1600" b="0" dirty="0" err="1">
                <a:solidFill>
                  <a:srgbClr val="001080"/>
                </a:solidFill>
                <a:effectLst/>
              </a:rPr>
              <a:t>filename:req</a:t>
            </a:r>
            <a:r>
              <a:rPr lang="en-IN" sz="1600" b="0" dirty="0" err="1">
                <a:solidFill>
                  <a:srgbClr val="000000"/>
                </a:solidFill>
                <a:effectLst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</a:rPr>
              <a:t>files</a:t>
            </a:r>
            <a:r>
              <a:rPr lang="en-IN" sz="1600" b="0" dirty="0" err="1">
                <a:solidFill>
                  <a:srgbClr val="000000"/>
                </a:solidFill>
                <a:effectLst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</a:rPr>
              <a:t>file</a:t>
            </a:r>
            <a:r>
              <a:rPr lang="en-IN" sz="1600" b="0" dirty="0" err="1">
                <a:solidFill>
                  <a:srgbClr val="000000"/>
                </a:solidFill>
                <a:effectLst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</a:rPr>
              <a:t>name</a:t>
            </a:r>
            <a:endParaRPr lang="en-IN" sz="1600" b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</a:rPr>
              <a:t>               };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</a:rPr>
              <a:t>            }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</a:rPr>
              <a:t>         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</a:rPr>
              <a:t>         </a:t>
            </a:r>
            <a:r>
              <a:rPr lang="en-IN" sz="1600" b="0" dirty="0">
                <a:solidFill>
                  <a:srgbClr val="001080"/>
                </a:solidFill>
                <a:effectLst/>
              </a:rPr>
              <a:t>console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</a:rPr>
              <a:t>log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( </a:t>
            </a:r>
            <a:r>
              <a:rPr lang="en-IN" sz="1600" b="0" dirty="0">
                <a:solidFill>
                  <a:srgbClr val="001080"/>
                </a:solidFill>
                <a:effectLst/>
              </a:rPr>
              <a:t>response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 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</a:rPr>
              <a:t>         </a:t>
            </a:r>
            <a:r>
              <a:rPr lang="en-IN" sz="1600" b="0" dirty="0" err="1">
                <a:solidFill>
                  <a:srgbClr val="001080"/>
                </a:solidFill>
                <a:effectLst/>
              </a:rPr>
              <a:t>res</a:t>
            </a:r>
            <a:r>
              <a:rPr lang="en-IN" sz="1600" b="0" dirty="0" err="1">
                <a:solidFill>
                  <a:srgbClr val="000000"/>
                </a:solidFill>
                <a:effectLst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</a:rPr>
              <a:t>end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( </a:t>
            </a:r>
            <a:r>
              <a:rPr lang="en-IN" sz="1600" b="0" dirty="0" err="1">
                <a:solidFill>
                  <a:srgbClr val="267F99"/>
                </a:solidFill>
                <a:effectLst/>
              </a:rPr>
              <a:t>JSON</a:t>
            </a:r>
            <a:r>
              <a:rPr lang="en-IN" sz="1600" b="0" dirty="0" err="1">
                <a:solidFill>
                  <a:srgbClr val="000000"/>
                </a:solidFill>
                <a:effectLst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</a:rPr>
              <a:t>stringify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( </a:t>
            </a:r>
            <a:r>
              <a:rPr lang="en-IN" sz="1600" b="0" dirty="0">
                <a:solidFill>
                  <a:srgbClr val="001080"/>
                </a:solidFill>
                <a:effectLst/>
              </a:rPr>
              <a:t>response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 ) 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</a:rPr>
              <a:t>      });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</a:rPr>
              <a:t>   });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</a:rPr>
              <a:t>})</a:t>
            </a:r>
          </a:p>
          <a:p>
            <a:pPr marL="0" indent="0">
              <a:buNone/>
            </a:pPr>
            <a:br>
              <a:rPr lang="en-IN" sz="1600" b="0" dirty="0">
                <a:solidFill>
                  <a:srgbClr val="000000"/>
                </a:solidFill>
                <a:effectLst/>
              </a:rPr>
            </a:br>
            <a:r>
              <a:rPr lang="en-IN" sz="1600" b="0" dirty="0">
                <a:solidFill>
                  <a:srgbClr val="0000FF"/>
                </a:solidFill>
                <a:effectLst/>
              </a:rPr>
              <a:t>var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</a:rPr>
              <a:t>server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 = </a:t>
            </a:r>
            <a:r>
              <a:rPr lang="en-IN" sz="1600" b="0" dirty="0" err="1">
                <a:solidFill>
                  <a:srgbClr val="001080"/>
                </a:solidFill>
                <a:effectLst/>
              </a:rPr>
              <a:t>app</a:t>
            </a:r>
            <a:r>
              <a:rPr lang="en-IN" sz="1600" b="0" dirty="0" err="1">
                <a:solidFill>
                  <a:srgbClr val="000000"/>
                </a:solidFill>
                <a:effectLst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</a:rPr>
              <a:t>listen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(</a:t>
            </a:r>
            <a:r>
              <a:rPr lang="en-IN" sz="1600" b="0" dirty="0">
                <a:solidFill>
                  <a:srgbClr val="098658"/>
                </a:solidFill>
                <a:effectLst/>
              </a:rPr>
              <a:t>8081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, </a:t>
            </a:r>
            <a:r>
              <a:rPr lang="en-IN" sz="1600" b="0" dirty="0">
                <a:solidFill>
                  <a:srgbClr val="0000FF"/>
                </a:solidFill>
                <a:effectLst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 () {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</a:rPr>
              <a:t>   </a:t>
            </a:r>
            <a:r>
              <a:rPr lang="en-IN" sz="1600" b="0" dirty="0">
                <a:solidFill>
                  <a:srgbClr val="0000FF"/>
                </a:solidFill>
                <a:effectLst/>
              </a:rPr>
              <a:t>var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</a:rPr>
              <a:t>host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 = </a:t>
            </a:r>
            <a:r>
              <a:rPr lang="en-IN" sz="1600" b="0" dirty="0" err="1">
                <a:solidFill>
                  <a:srgbClr val="001080"/>
                </a:solidFill>
                <a:effectLst/>
              </a:rPr>
              <a:t>server</a:t>
            </a:r>
            <a:r>
              <a:rPr lang="en-IN" sz="1600" b="0" dirty="0" err="1">
                <a:solidFill>
                  <a:srgbClr val="000000"/>
                </a:solidFill>
                <a:effectLst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</a:rPr>
              <a:t>address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().</a:t>
            </a:r>
            <a:r>
              <a:rPr lang="en-IN" sz="1600" b="0" dirty="0">
                <a:solidFill>
                  <a:srgbClr val="001080"/>
                </a:solidFill>
                <a:effectLst/>
              </a:rPr>
              <a:t>address</a:t>
            </a:r>
            <a:endParaRPr lang="en-IN" sz="1600" b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</a:rPr>
              <a:t>   </a:t>
            </a:r>
            <a:r>
              <a:rPr lang="en-IN" sz="1600" b="0" dirty="0">
                <a:solidFill>
                  <a:srgbClr val="0000FF"/>
                </a:solidFill>
                <a:effectLst/>
              </a:rPr>
              <a:t>var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</a:rPr>
              <a:t>port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 = </a:t>
            </a:r>
            <a:r>
              <a:rPr lang="en-IN" sz="1600" b="0" dirty="0" err="1">
                <a:solidFill>
                  <a:srgbClr val="001080"/>
                </a:solidFill>
                <a:effectLst/>
              </a:rPr>
              <a:t>server</a:t>
            </a:r>
            <a:r>
              <a:rPr lang="en-IN" sz="1600" b="0" dirty="0" err="1">
                <a:solidFill>
                  <a:srgbClr val="000000"/>
                </a:solidFill>
                <a:effectLst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</a:rPr>
              <a:t>address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().</a:t>
            </a:r>
            <a:r>
              <a:rPr lang="en-IN" sz="1600" b="0" dirty="0">
                <a:solidFill>
                  <a:srgbClr val="001080"/>
                </a:solidFill>
                <a:effectLst/>
              </a:rPr>
              <a:t>port</a:t>
            </a:r>
            <a:endParaRPr lang="en-IN" sz="1600" b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</a:rPr>
              <a:t>   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</a:rPr>
              <a:t>   </a:t>
            </a:r>
            <a:r>
              <a:rPr lang="en-IN" sz="1600" b="0" dirty="0">
                <a:solidFill>
                  <a:srgbClr val="001080"/>
                </a:solidFill>
                <a:effectLst/>
              </a:rPr>
              <a:t>console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</a:rPr>
              <a:t>log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</a:rPr>
              <a:t>"Example app listening at http://%s:%s"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, </a:t>
            </a:r>
            <a:r>
              <a:rPr lang="en-IN" sz="1600" b="0" dirty="0">
                <a:solidFill>
                  <a:srgbClr val="001080"/>
                </a:solidFill>
                <a:effectLst/>
              </a:rPr>
              <a:t>host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, </a:t>
            </a:r>
            <a:r>
              <a:rPr lang="en-IN" sz="1600" b="0" dirty="0">
                <a:solidFill>
                  <a:srgbClr val="001080"/>
                </a:solidFill>
                <a:effectLst/>
              </a:rPr>
              <a:t>port</a:t>
            </a:r>
            <a:r>
              <a:rPr lang="en-IN" sz="1600" b="0" dirty="0">
                <a:solidFill>
                  <a:srgbClr val="000000"/>
                </a:solidFill>
                <a:effectLst/>
              </a:rPr>
              <a:t>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</a:rPr>
              <a:t>})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024D5A-8CE9-46CB-B3F6-18EA93853300}"/>
              </a:ext>
            </a:extLst>
          </p:cNvPr>
          <p:cNvSpPr txBox="1"/>
          <p:nvPr/>
        </p:nvSpPr>
        <p:spPr>
          <a:xfrm>
            <a:off x="1307690" y="186813"/>
            <a:ext cx="44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Server</a:t>
            </a:r>
          </a:p>
        </p:txBody>
      </p:sp>
    </p:spTree>
    <p:extLst>
      <p:ext uri="{BB962C8B-B14F-4D97-AF65-F5344CB8AC3E}">
        <p14:creationId xmlns:p14="http://schemas.microsoft.com/office/powerpoint/2010/main" val="130108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703</Words>
  <Application>Microsoft Office PowerPoint</Application>
  <PresentationFormat>Widescreen</PresentationFormat>
  <Paragraphs>60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Office Theme</vt:lpstr>
      <vt:lpstr>Upload File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Upload File</dc:title>
  <dc:creator>Sriram Mantri vidyanidhi infotech academy</dc:creator>
  <cp:lastModifiedBy>Sriram Mantri vidyanidhi infotech academy</cp:lastModifiedBy>
  <cp:revision>1</cp:revision>
  <dcterms:created xsi:type="dcterms:W3CDTF">2020-12-04T06:30:27Z</dcterms:created>
  <dcterms:modified xsi:type="dcterms:W3CDTF">2020-12-04T06:30:37Z</dcterms:modified>
</cp:coreProperties>
</file>