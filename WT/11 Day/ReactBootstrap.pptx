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50" d="100"/>
          <a:sy n="150" d="100"/>
        </p:scale>
        <p:origin x="86" y="-26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304E316-84CF-4547-9A9E-2C1393ABA68B}" type="datetimeFigureOut">
              <a:rPr lang="en-IN" smtClean="0"/>
              <a:t>10-05-2025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25B2C8-E735-437D-BBC3-40BA82CA7912}" type="slidenum">
              <a:rPr lang="en-IN" smtClean="0"/>
              <a:t>‹#›</a:t>
            </a:fld>
            <a:endParaRPr lang="en-IN"/>
          </a:p>
        </p:txBody>
      </p:sp>
    </p:spTree>
    <p:extLst>
      <p:ext uri="{BB962C8B-B14F-4D97-AF65-F5344CB8AC3E}">
        <p14:creationId xmlns:p14="http://schemas.microsoft.com/office/powerpoint/2010/main" val="2959560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304E316-84CF-4547-9A9E-2C1393ABA68B}" type="datetimeFigureOut">
              <a:rPr lang="en-IN" smtClean="0"/>
              <a:t>10-05-2025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25B2C8-E735-437D-BBC3-40BA82CA7912}" type="slidenum">
              <a:rPr lang="en-IN" smtClean="0"/>
              <a:t>‹#›</a:t>
            </a:fld>
            <a:endParaRPr lang="en-IN"/>
          </a:p>
        </p:txBody>
      </p:sp>
    </p:spTree>
    <p:extLst>
      <p:ext uri="{BB962C8B-B14F-4D97-AF65-F5344CB8AC3E}">
        <p14:creationId xmlns:p14="http://schemas.microsoft.com/office/powerpoint/2010/main" val="226130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04E316-84CF-4547-9A9E-2C1393ABA68B}" type="datetimeFigureOut">
              <a:rPr lang="en-IN" smtClean="0"/>
              <a:t>10-05-2025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25B2C8-E735-437D-BBC3-40BA82CA7912}" type="slidenum">
              <a:rPr lang="en-IN" smtClean="0"/>
              <a:t>‹#›</a:t>
            </a:fld>
            <a:endParaRPr lang="en-IN"/>
          </a:p>
        </p:txBody>
      </p:sp>
    </p:spTree>
    <p:extLst>
      <p:ext uri="{BB962C8B-B14F-4D97-AF65-F5344CB8AC3E}">
        <p14:creationId xmlns:p14="http://schemas.microsoft.com/office/powerpoint/2010/main" val="3579412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304E316-84CF-4547-9A9E-2C1393ABA68B}" type="datetimeFigureOut">
              <a:rPr lang="en-IN" smtClean="0"/>
              <a:t>10-05-2025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25B2C8-E735-437D-BBC3-40BA82CA7912}" type="slidenum">
              <a:rPr lang="en-IN" smtClean="0"/>
              <a:t>‹#›</a:t>
            </a:fld>
            <a:endParaRPr lang="en-IN"/>
          </a:p>
        </p:txBody>
      </p:sp>
    </p:spTree>
    <p:extLst>
      <p:ext uri="{BB962C8B-B14F-4D97-AF65-F5344CB8AC3E}">
        <p14:creationId xmlns:p14="http://schemas.microsoft.com/office/powerpoint/2010/main" val="3377554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304E316-84CF-4547-9A9E-2C1393ABA68B}" type="datetimeFigureOut">
              <a:rPr lang="en-IN" smtClean="0"/>
              <a:t>10-05-2025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A25B2C8-E735-437D-BBC3-40BA82CA7912}" type="slidenum">
              <a:rPr lang="en-IN" smtClean="0"/>
              <a:t>‹#›</a:t>
            </a:fld>
            <a:endParaRPr lang="en-IN"/>
          </a:p>
        </p:txBody>
      </p:sp>
    </p:spTree>
    <p:extLst>
      <p:ext uri="{BB962C8B-B14F-4D97-AF65-F5344CB8AC3E}">
        <p14:creationId xmlns:p14="http://schemas.microsoft.com/office/powerpoint/2010/main" val="4034717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304E316-84CF-4547-9A9E-2C1393ABA68B}" type="datetimeFigureOut">
              <a:rPr lang="en-IN" smtClean="0"/>
              <a:t>10-05-2025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A25B2C8-E735-437D-BBC3-40BA82CA7912}" type="slidenum">
              <a:rPr lang="en-IN" smtClean="0"/>
              <a:t>‹#›</a:t>
            </a:fld>
            <a:endParaRPr lang="en-IN"/>
          </a:p>
        </p:txBody>
      </p:sp>
    </p:spTree>
    <p:extLst>
      <p:ext uri="{BB962C8B-B14F-4D97-AF65-F5344CB8AC3E}">
        <p14:creationId xmlns:p14="http://schemas.microsoft.com/office/powerpoint/2010/main" val="2348621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04E316-84CF-4547-9A9E-2C1393ABA68B}" type="datetimeFigureOut">
              <a:rPr lang="en-IN" smtClean="0"/>
              <a:t>10-05-2025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A25B2C8-E735-437D-BBC3-40BA82CA7912}" type="slidenum">
              <a:rPr lang="en-IN" smtClean="0"/>
              <a:t>‹#›</a:t>
            </a:fld>
            <a:endParaRPr lang="en-IN"/>
          </a:p>
        </p:txBody>
      </p:sp>
    </p:spTree>
    <p:extLst>
      <p:ext uri="{BB962C8B-B14F-4D97-AF65-F5344CB8AC3E}">
        <p14:creationId xmlns:p14="http://schemas.microsoft.com/office/powerpoint/2010/main" val="1740947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04E316-84CF-4547-9A9E-2C1393ABA68B}" type="datetimeFigureOut">
              <a:rPr lang="en-IN" smtClean="0"/>
              <a:t>10-05-2025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25B2C8-E735-437D-BBC3-40BA82CA7912}" type="slidenum">
              <a:rPr lang="en-IN" smtClean="0"/>
              <a:t>‹#›</a:t>
            </a:fld>
            <a:endParaRPr lang="en-IN"/>
          </a:p>
        </p:txBody>
      </p:sp>
    </p:spTree>
    <p:extLst>
      <p:ext uri="{BB962C8B-B14F-4D97-AF65-F5344CB8AC3E}">
        <p14:creationId xmlns:p14="http://schemas.microsoft.com/office/powerpoint/2010/main" val="2119027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04E316-84CF-4547-9A9E-2C1393ABA68B}" type="datetimeFigureOut">
              <a:rPr lang="en-IN" smtClean="0"/>
              <a:t>10-05-2025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25B2C8-E735-437D-BBC3-40BA82CA7912}" type="slidenum">
              <a:rPr lang="en-IN" smtClean="0"/>
              <a:t>‹#›</a:t>
            </a:fld>
            <a:endParaRPr lang="en-IN"/>
          </a:p>
        </p:txBody>
      </p:sp>
    </p:spTree>
    <p:extLst>
      <p:ext uri="{BB962C8B-B14F-4D97-AF65-F5344CB8AC3E}">
        <p14:creationId xmlns:p14="http://schemas.microsoft.com/office/powerpoint/2010/main" val="234827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304E316-84CF-4547-9A9E-2C1393ABA68B}" type="datetimeFigureOut">
              <a:rPr lang="en-IN" smtClean="0"/>
              <a:t>10-05-2025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25B2C8-E735-437D-BBC3-40BA82CA7912}" type="slidenum">
              <a:rPr lang="en-IN" smtClean="0"/>
              <a:t>‹#›</a:t>
            </a:fld>
            <a:endParaRPr lang="en-IN"/>
          </a:p>
        </p:txBody>
      </p:sp>
    </p:spTree>
    <p:extLst>
      <p:ext uri="{BB962C8B-B14F-4D97-AF65-F5344CB8AC3E}">
        <p14:creationId xmlns:p14="http://schemas.microsoft.com/office/powerpoint/2010/main" val="2802107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304E316-84CF-4547-9A9E-2C1393ABA68B}" type="datetimeFigureOut">
              <a:rPr lang="en-IN" smtClean="0"/>
              <a:t>10-05-2025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25B2C8-E735-437D-BBC3-40BA82CA7912}" type="slidenum">
              <a:rPr lang="en-IN" smtClean="0"/>
              <a:t>‹#›</a:t>
            </a:fld>
            <a:endParaRPr lang="en-IN"/>
          </a:p>
        </p:txBody>
      </p:sp>
    </p:spTree>
    <p:extLst>
      <p:ext uri="{BB962C8B-B14F-4D97-AF65-F5344CB8AC3E}">
        <p14:creationId xmlns:p14="http://schemas.microsoft.com/office/powerpoint/2010/main" val="2140542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04E316-84CF-4547-9A9E-2C1393ABA68B}" type="datetimeFigureOut">
              <a:rPr lang="en-IN" smtClean="0"/>
              <a:t>10-05-2025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25B2C8-E735-437D-BBC3-40BA82CA7912}" type="slidenum">
              <a:rPr lang="en-IN" smtClean="0"/>
              <a:t>‹#›</a:t>
            </a:fld>
            <a:endParaRPr lang="en-IN"/>
          </a:p>
        </p:txBody>
      </p:sp>
    </p:spTree>
    <p:extLst>
      <p:ext uri="{BB962C8B-B14F-4D97-AF65-F5344CB8AC3E}">
        <p14:creationId xmlns:p14="http://schemas.microsoft.com/office/powerpoint/2010/main" val="36957441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13904" y="1119970"/>
            <a:ext cx="3929281" cy="369332"/>
          </a:xfrm>
          <a:prstGeom prst="rect">
            <a:avLst/>
          </a:prstGeom>
          <a:solidFill>
            <a:schemeClr val="tx1"/>
          </a:solidFill>
        </p:spPr>
        <p:txBody>
          <a:bodyPr wrap="none">
            <a:spAutoFit/>
          </a:bodyPr>
          <a:lstStyle/>
          <a:p>
            <a:r>
              <a:rPr lang="en-IN" b="0" i="0" dirty="0" err="1">
                <a:solidFill>
                  <a:srgbClr val="50FA7B"/>
                </a:solidFill>
                <a:effectLst/>
                <a:latin typeface="SFMono-Regular"/>
              </a:rPr>
              <a:t>npm</a:t>
            </a:r>
            <a:r>
              <a:rPr lang="en-IN" b="0" i="0" dirty="0">
                <a:solidFill>
                  <a:srgbClr val="F8F8F2"/>
                </a:solidFill>
                <a:effectLst/>
                <a:latin typeface="SFMono-Regular"/>
              </a:rPr>
              <a:t> </a:t>
            </a:r>
            <a:r>
              <a:rPr lang="en-IN" b="0" i="0" dirty="0">
                <a:solidFill>
                  <a:srgbClr val="50FA7B"/>
                </a:solidFill>
                <a:effectLst/>
                <a:latin typeface="SFMono-Regular"/>
              </a:rPr>
              <a:t>install</a:t>
            </a:r>
            <a:r>
              <a:rPr lang="en-IN" b="0" i="0" dirty="0">
                <a:solidFill>
                  <a:srgbClr val="F8F8F2"/>
                </a:solidFill>
                <a:effectLst/>
                <a:latin typeface="SFMono-Regular"/>
              </a:rPr>
              <a:t> react-bootstrap bootstrap</a:t>
            </a:r>
            <a:endParaRPr lang="en-IN" dirty="0"/>
          </a:p>
        </p:txBody>
      </p:sp>
      <p:sp>
        <p:nvSpPr>
          <p:cNvPr id="5" name="TextBox 4"/>
          <p:cNvSpPr txBox="1"/>
          <p:nvPr/>
        </p:nvSpPr>
        <p:spPr>
          <a:xfrm>
            <a:off x="3177309" y="157018"/>
            <a:ext cx="6132946" cy="369332"/>
          </a:xfrm>
          <a:prstGeom prst="rect">
            <a:avLst/>
          </a:prstGeom>
          <a:noFill/>
        </p:spPr>
        <p:txBody>
          <a:bodyPr wrap="square" rtlCol="0">
            <a:spAutoFit/>
          </a:bodyPr>
          <a:lstStyle/>
          <a:p>
            <a:r>
              <a:rPr lang="en-US" dirty="0"/>
              <a:t>How to use bootstrap</a:t>
            </a:r>
            <a:endParaRPr lang="en-IN" dirty="0"/>
          </a:p>
        </p:txBody>
      </p:sp>
      <p:sp>
        <p:nvSpPr>
          <p:cNvPr id="6" name="Rectangle 5"/>
          <p:cNvSpPr/>
          <p:nvPr/>
        </p:nvSpPr>
        <p:spPr>
          <a:xfrm>
            <a:off x="591127" y="1757556"/>
            <a:ext cx="9633528" cy="2308324"/>
          </a:xfrm>
          <a:prstGeom prst="rect">
            <a:avLst/>
          </a:prstGeom>
        </p:spPr>
        <p:txBody>
          <a:bodyPr wrap="square">
            <a:spAutoFit/>
          </a:bodyPr>
          <a:lstStyle/>
          <a:p>
            <a:r>
              <a:rPr lang="en-US" dirty="0"/>
              <a:t>Importing Components</a:t>
            </a:r>
          </a:p>
          <a:p>
            <a:r>
              <a:rPr lang="en-US" dirty="0"/>
              <a:t>You should import individual components like: </a:t>
            </a:r>
          </a:p>
          <a:p>
            <a:endParaRPr lang="en-US" dirty="0"/>
          </a:p>
          <a:p>
            <a:r>
              <a:rPr lang="en-US" dirty="0"/>
              <a:t>react-bootstrap/Button </a:t>
            </a:r>
          </a:p>
          <a:p>
            <a:endParaRPr lang="en-US" dirty="0"/>
          </a:p>
          <a:p>
            <a:r>
              <a:rPr lang="en-US" dirty="0"/>
              <a:t>rather than the entire library. Doing so pulls in only the specific components that you use, which can significantly reduce the amount of code you end up sending to the client.</a:t>
            </a:r>
          </a:p>
          <a:p>
            <a:endParaRPr lang="en-US" dirty="0"/>
          </a:p>
        </p:txBody>
      </p:sp>
      <p:sp>
        <p:nvSpPr>
          <p:cNvPr id="7" name="TextBox 6"/>
          <p:cNvSpPr txBox="1"/>
          <p:nvPr/>
        </p:nvSpPr>
        <p:spPr>
          <a:xfrm>
            <a:off x="886691" y="4387273"/>
            <a:ext cx="8876145" cy="1200329"/>
          </a:xfrm>
          <a:prstGeom prst="rect">
            <a:avLst/>
          </a:prstGeom>
          <a:noFill/>
        </p:spPr>
        <p:txBody>
          <a:bodyPr wrap="square" rtlCol="0">
            <a:spAutoFit/>
          </a:bodyPr>
          <a:lstStyle/>
          <a:p>
            <a:r>
              <a:rPr lang="en-US" dirty="0"/>
              <a:t>Put this path in </a:t>
            </a:r>
            <a:r>
              <a:rPr lang="en-US" b="1" dirty="0" err="1">
                <a:solidFill>
                  <a:srgbClr val="FF0000"/>
                </a:solidFill>
              </a:rPr>
              <a:t>main.jsx</a:t>
            </a:r>
            <a:endParaRPr lang="en-US" b="1" dirty="0">
              <a:solidFill>
                <a:srgbClr val="FF0000"/>
              </a:solidFill>
            </a:endParaRPr>
          </a:p>
          <a:p>
            <a:endParaRPr lang="en-IN" b="1" dirty="0">
              <a:solidFill>
                <a:srgbClr val="FF0000"/>
              </a:solidFill>
            </a:endParaRPr>
          </a:p>
          <a:p>
            <a:r>
              <a:rPr lang="en-IN" dirty="0"/>
              <a:t>import '../</a:t>
            </a:r>
            <a:r>
              <a:rPr lang="en-IN" dirty="0" err="1"/>
              <a:t>node_modules</a:t>
            </a:r>
            <a:r>
              <a:rPr lang="en-IN" dirty="0"/>
              <a:t>/bootstrap/</a:t>
            </a:r>
            <a:r>
              <a:rPr lang="en-IN" dirty="0" err="1"/>
              <a:t>dist</a:t>
            </a:r>
            <a:r>
              <a:rPr lang="en-IN" dirty="0"/>
              <a:t>/</a:t>
            </a:r>
            <a:r>
              <a:rPr lang="en-IN" dirty="0" err="1"/>
              <a:t>css</a:t>
            </a:r>
            <a:r>
              <a:rPr lang="en-IN" dirty="0"/>
              <a:t>/bootstrap.min.css';</a:t>
            </a:r>
          </a:p>
          <a:p>
            <a:endParaRPr lang="en-IN" dirty="0"/>
          </a:p>
        </p:txBody>
      </p:sp>
    </p:spTree>
    <p:extLst>
      <p:ext uri="{BB962C8B-B14F-4D97-AF65-F5344CB8AC3E}">
        <p14:creationId xmlns:p14="http://schemas.microsoft.com/office/powerpoint/2010/main" val="2764586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7162" y="0"/>
            <a:ext cx="9411855" cy="6370975"/>
          </a:xfrm>
          <a:prstGeom prst="rect">
            <a:avLst/>
          </a:prstGeom>
        </p:spPr>
        <p:txBody>
          <a:bodyPr wrap="square">
            <a:spAutoFit/>
          </a:bodyPr>
          <a:lstStyle/>
          <a:p>
            <a:r>
              <a:rPr lang="en-IN" sz="1200" b="0" dirty="0">
                <a:solidFill>
                  <a:srgbClr val="AF00DB"/>
                </a:solidFill>
                <a:effectLst/>
                <a:latin typeface="Consolas" panose="020B0609020204030204" pitchFamily="49" charset="0"/>
              </a:rPr>
              <a:t>import</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Container</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from</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'react-bootstrap/Container'</a:t>
            </a:r>
            <a:r>
              <a:rPr lang="en-IN" sz="1200" b="0" dirty="0">
                <a:solidFill>
                  <a:srgbClr val="000000"/>
                </a:solidFill>
                <a:effectLst/>
                <a:latin typeface="Consolas" panose="020B0609020204030204" pitchFamily="49" charset="0"/>
              </a:rPr>
              <a:t>;</a:t>
            </a:r>
          </a:p>
          <a:p>
            <a:r>
              <a:rPr lang="en-IN" sz="1200" b="0" dirty="0">
                <a:solidFill>
                  <a:srgbClr val="AF00DB"/>
                </a:solidFill>
                <a:effectLst/>
                <a:latin typeface="Consolas" panose="020B0609020204030204" pitchFamily="49" charset="0"/>
              </a:rPr>
              <a:t>import</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Nav</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from</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'react-bootstrap/</a:t>
            </a:r>
            <a:r>
              <a:rPr lang="en-IN" sz="1200" b="0" dirty="0" err="1">
                <a:solidFill>
                  <a:srgbClr val="A31515"/>
                </a:solidFill>
                <a:effectLst/>
                <a:latin typeface="Consolas" panose="020B0609020204030204" pitchFamily="49" charset="0"/>
              </a:rPr>
              <a:t>Nav</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r>
              <a:rPr lang="en-IN" sz="1200" b="0" dirty="0">
                <a:solidFill>
                  <a:srgbClr val="AF00DB"/>
                </a:solidFill>
                <a:effectLst/>
                <a:latin typeface="Consolas" panose="020B0609020204030204" pitchFamily="49" charset="0"/>
              </a:rPr>
              <a:t>import</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Navbar</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from</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'react-bootstrap/</a:t>
            </a:r>
            <a:r>
              <a:rPr lang="en-IN" sz="1200" b="0" dirty="0" err="1">
                <a:solidFill>
                  <a:srgbClr val="A31515"/>
                </a:solidFill>
                <a:effectLst/>
                <a:latin typeface="Consolas" panose="020B0609020204030204" pitchFamily="49" charset="0"/>
              </a:rPr>
              <a:t>Navbar</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r>
              <a:rPr lang="en-IN" sz="1200" b="0" dirty="0">
                <a:solidFill>
                  <a:srgbClr val="AF00DB"/>
                </a:solidFill>
                <a:effectLst/>
                <a:latin typeface="Consolas" panose="020B0609020204030204" pitchFamily="49" charset="0"/>
              </a:rPr>
              <a:t>import</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NavDropdown</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from</a:t>
            </a:r>
            <a:r>
              <a:rPr lang="en-IN" sz="1200" b="0" dirty="0">
                <a:solidFill>
                  <a:srgbClr val="000000"/>
                </a:solidFill>
                <a:effectLst/>
                <a:latin typeface="Consolas" panose="020B0609020204030204" pitchFamily="49" charset="0"/>
              </a:rPr>
              <a:t> </a:t>
            </a:r>
            <a:r>
              <a:rPr lang="en-IN" sz="1200" b="0" dirty="0">
                <a:solidFill>
                  <a:srgbClr val="A31515"/>
                </a:solidFill>
                <a:effectLst/>
                <a:latin typeface="Consolas" panose="020B0609020204030204" pitchFamily="49" charset="0"/>
              </a:rPr>
              <a:t>'react-bootstrap/</a:t>
            </a:r>
            <a:r>
              <a:rPr lang="en-IN" sz="1200" b="0" dirty="0" err="1">
                <a:solidFill>
                  <a:srgbClr val="A31515"/>
                </a:solidFill>
                <a:effectLst/>
                <a:latin typeface="Consolas" panose="020B0609020204030204" pitchFamily="49" charset="0"/>
              </a:rPr>
              <a:t>NavDropdown</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a:t>
            </a:r>
          </a:p>
          <a:p>
            <a:br>
              <a:rPr lang="en-IN" sz="1200" b="0" dirty="0">
                <a:solidFill>
                  <a:srgbClr val="000000"/>
                </a:solidFill>
                <a:effectLst/>
                <a:latin typeface="Consolas" panose="020B0609020204030204" pitchFamily="49" charset="0"/>
              </a:rPr>
            </a:b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App</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return</a:t>
            </a:r>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Navbar</a:t>
            </a:r>
            <a:r>
              <a:rPr lang="en-IN" sz="1200" b="0" dirty="0">
                <a:solidFill>
                  <a:srgbClr val="000000"/>
                </a:solidFill>
                <a:effectLst/>
                <a:latin typeface="Consolas" panose="020B0609020204030204" pitchFamily="49" charset="0"/>
              </a:rPr>
              <a:t> </a:t>
            </a:r>
            <a:r>
              <a:rPr lang="en-IN" sz="1200" b="0" dirty="0">
                <a:solidFill>
                  <a:srgbClr val="E50000"/>
                </a:solidFill>
                <a:effectLst/>
                <a:latin typeface="Consolas" panose="020B0609020204030204" pitchFamily="49" charset="0"/>
              </a:rPr>
              <a:t>expand</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lg</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err="1">
                <a:solidFill>
                  <a:srgbClr val="E50000"/>
                </a:solidFill>
                <a:effectLst/>
                <a:latin typeface="Consolas" panose="020B0609020204030204" pitchFamily="49" charset="0"/>
              </a:rPr>
              <a:t>className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bg</a:t>
            </a:r>
            <a:r>
              <a:rPr lang="en-IN" sz="1200" b="0" dirty="0">
                <a:solidFill>
                  <a:srgbClr val="A31515"/>
                </a:solidFill>
                <a:effectLst/>
                <a:latin typeface="Consolas" panose="020B0609020204030204" pitchFamily="49" charset="0"/>
              </a:rPr>
              <a:t>-body-tertiary"</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a:solidFill>
                  <a:srgbClr val="267F99"/>
                </a:solidFill>
                <a:effectLst/>
                <a:latin typeface="Consolas" panose="020B0609020204030204" pitchFamily="49" charset="0"/>
              </a:rPr>
              <a:t>Container</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Navbar.Brand</a:t>
            </a:r>
            <a:r>
              <a:rPr lang="en-IN" sz="1200" b="0" dirty="0">
                <a:solidFill>
                  <a:srgbClr val="000000"/>
                </a:solidFill>
                <a:effectLst/>
                <a:latin typeface="Consolas" panose="020B0609020204030204" pitchFamily="49" charset="0"/>
              </a:rPr>
              <a:t> </a:t>
            </a:r>
            <a:r>
              <a:rPr lang="en-IN" sz="1200" b="0" dirty="0" err="1">
                <a:solidFill>
                  <a:srgbClr val="E50000"/>
                </a:solidFill>
                <a:effectLst/>
                <a:latin typeface="Consolas" panose="020B0609020204030204" pitchFamily="49" charset="0"/>
              </a:rPr>
              <a:t>href</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"#home"</a:t>
            </a:r>
            <a:r>
              <a:rPr lang="en-IN" sz="1200" b="0" dirty="0">
                <a:solidFill>
                  <a:srgbClr val="800000"/>
                </a:solidFill>
                <a:effectLst/>
                <a:latin typeface="Consolas" panose="020B0609020204030204" pitchFamily="49" charset="0"/>
              </a:rPr>
              <a:t>&gt;</a:t>
            </a:r>
            <a:r>
              <a:rPr lang="en-IN" sz="1200" b="0" dirty="0">
                <a:solidFill>
                  <a:srgbClr val="000000"/>
                </a:solidFill>
                <a:effectLst/>
                <a:latin typeface="Consolas" panose="020B0609020204030204" pitchFamily="49" charset="0"/>
              </a:rPr>
              <a:t>React-Bootstrap</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Navbar.Brand</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Navbar.Toggle</a:t>
            </a:r>
            <a:r>
              <a:rPr lang="en-IN" sz="1200" b="0" dirty="0">
                <a:solidFill>
                  <a:srgbClr val="000000"/>
                </a:solidFill>
                <a:effectLst/>
                <a:latin typeface="Consolas" panose="020B0609020204030204" pitchFamily="49" charset="0"/>
              </a:rPr>
              <a:t> </a:t>
            </a:r>
            <a:r>
              <a:rPr lang="en-IN" sz="1200" b="0" dirty="0">
                <a:solidFill>
                  <a:srgbClr val="E50000"/>
                </a:solidFill>
                <a:effectLst/>
                <a:latin typeface="Consolas" panose="020B0609020204030204" pitchFamily="49" charset="0"/>
              </a:rPr>
              <a:t>aria-controls</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"basic-</a:t>
            </a:r>
            <a:r>
              <a:rPr lang="en-IN" sz="1200" b="0" dirty="0" err="1">
                <a:solidFill>
                  <a:srgbClr val="A31515"/>
                </a:solidFill>
                <a:effectLst/>
                <a:latin typeface="Consolas" panose="020B0609020204030204" pitchFamily="49" charset="0"/>
              </a:rPr>
              <a:t>navbar</a:t>
            </a:r>
            <a:r>
              <a:rPr lang="en-IN" sz="1200" b="0" dirty="0">
                <a:solidFill>
                  <a:srgbClr val="A31515"/>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nav</a:t>
            </a:r>
            <a:r>
              <a:rPr lang="en-IN" sz="1200" b="0" dirty="0">
                <a:solidFill>
                  <a:srgbClr val="A31515"/>
                </a:solidFill>
                <a:effectLst/>
                <a:latin typeface="Consolas" panose="020B0609020204030204" pitchFamily="49" charset="0"/>
              </a:rPr>
              <a:t>"</a:t>
            </a: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Navbar.Collapse</a:t>
            </a:r>
            <a:r>
              <a:rPr lang="en-IN" sz="1200" b="0" dirty="0">
                <a:solidFill>
                  <a:srgbClr val="000000"/>
                </a:solidFill>
                <a:effectLst/>
                <a:latin typeface="Consolas" panose="020B0609020204030204" pitchFamily="49" charset="0"/>
              </a:rPr>
              <a:t> </a:t>
            </a:r>
            <a:r>
              <a:rPr lang="en-IN" sz="1200" b="0" dirty="0">
                <a:solidFill>
                  <a:srgbClr val="E50000"/>
                </a:solidFill>
                <a:effectLst/>
                <a:latin typeface="Consolas" panose="020B0609020204030204" pitchFamily="49" charset="0"/>
              </a:rPr>
              <a:t>id</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"basic-</a:t>
            </a:r>
            <a:r>
              <a:rPr lang="en-IN" sz="1200" b="0" dirty="0" err="1">
                <a:solidFill>
                  <a:srgbClr val="A31515"/>
                </a:solidFill>
                <a:effectLst/>
                <a:latin typeface="Consolas" panose="020B0609020204030204" pitchFamily="49" charset="0"/>
              </a:rPr>
              <a:t>navbar</a:t>
            </a:r>
            <a:r>
              <a:rPr lang="en-IN" sz="1200" b="0" dirty="0">
                <a:solidFill>
                  <a:srgbClr val="A31515"/>
                </a:solidFill>
                <a:effectLst/>
                <a:latin typeface="Consolas" panose="020B0609020204030204" pitchFamily="49" charset="0"/>
              </a:rPr>
              <a:t>-</a:t>
            </a:r>
            <a:r>
              <a:rPr lang="en-IN" sz="1200" b="0" dirty="0" err="1">
                <a:solidFill>
                  <a:srgbClr val="A31515"/>
                </a:solidFill>
                <a:effectLst/>
                <a:latin typeface="Consolas" panose="020B0609020204030204" pitchFamily="49" charset="0"/>
              </a:rPr>
              <a:t>nav</a:t>
            </a:r>
            <a:r>
              <a:rPr lang="en-IN" sz="1200" b="0" dirty="0">
                <a:solidFill>
                  <a:srgbClr val="A31515"/>
                </a:solidFill>
                <a:effectLst/>
                <a:latin typeface="Consolas" panose="020B0609020204030204" pitchFamily="49" charset="0"/>
              </a:rPr>
              <a:t>"</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Nav</a:t>
            </a:r>
            <a:r>
              <a:rPr lang="en-IN" sz="1200" b="0" dirty="0">
                <a:solidFill>
                  <a:srgbClr val="000000"/>
                </a:solidFill>
                <a:effectLst/>
                <a:latin typeface="Consolas" panose="020B0609020204030204" pitchFamily="49" charset="0"/>
              </a:rPr>
              <a:t> </a:t>
            </a:r>
            <a:r>
              <a:rPr lang="en-IN" sz="1200" b="0" dirty="0" err="1">
                <a:solidFill>
                  <a:srgbClr val="E50000"/>
                </a:solidFill>
                <a:effectLst/>
                <a:latin typeface="Consolas" panose="020B0609020204030204" pitchFamily="49" charset="0"/>
              </a:rPr>
              <a:t>className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"me-auto"</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Nav.Link</a:t>
            </a:r>
            <a:r>
              <a:rPr lang="en-IN" sz="1200" b="0" dirty="0">
                <a:solidFill>
                  <a:srgbClr val="000000"/>
                </a:solidFill>
                <a:effectLst/>
                <a:latin typeface="Consolas" panose="020B0609020204030204" pitchFamily="49" charset="0"/>
              </a:rPr>
              <a:t> </a:t>
            </a:r>
            <a:r>
              <a:rPr lang="en-IN" sz="1200" b="0" dirty="0" err="1">
                <a:solidFill>
                  <a:srgbClr val="E50000"/>
                </a:solidFill>
                <a:effectLst/>
                <a:latin typeface="Consolas" panose="020B0609020204030204" pitchFamily="49" charset="0"/>
              </a:rPr>
              <a:t>href</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"#home"</a:t>
            </a:r>
            <a:r>
              <a:rPr lang="en-IN" sz="1200" b="0" dirty="0">
                <a:solidFill>
                  <a:srgbClr val="800000"/>
                </a:solidFill>
                <a:effectLst/>
                <a:latin typeface="Consolas" panose="020B0609020204030204" pitchFamily="49" charset="0"/>
              </a:rPr>
              <a:t>&gt;</a:t>
            </a:r>
            <a:r>
              <a:rPr lang="en-IN" sz="1200" b="0" dirty="0">
                <a:solidFill>
                  <a:srgbClr val="000000"/>
                </a:solidFill>
                <a:effectLst/>
                <a:latin typeface="Consolas" panose="020B0609020204030204" pitchFamily="49" charset="0"/>
              </a:rPr>
              <a:t>Home</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Nav.Link</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Nav.Link</a:t>
            </a:r>
            <a:r>
              <a:rPr lang="en-IN" sz="1200" b="0" dirty="0">
                <a:solidFill>
                  <a:srgbClr val="000000"/>
                </a:solidFill>
                <a:effectLst/>
                <a:latin typeface="Consolas" panose="020B0609020204030204" pitchFamily="49" charset="0"/>
              </a:rPr>
              <a:t> </a:t>
            </a:r>
            <a:r>
              <a:rPr lang="en-IN" sz="1200" b="0" dirty="0" err="1">
                <a:solidFill>
                  <a:srgbClr val="E50000"/>
                </a:solidFill>
                <a:effectLst/>
                <a:latin typeface="Consolas" panose="020B0609020204030204" pitchFamily="49" charset="0"/>
              </a:rPr>
              <a:t>href</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"#link"</a:t>
            </a:r>
            <a:r>
              <a:rPr lang="en-IN" sz="1200" b="0" dirty="0">
                <a:solidFill>
                  <a:srgbClr val="800000"/>
                </a:solidFill>
                <a:effectLst/>
                <a:latin typeface="Consolas" panose="020B0609020204030204" pitchFamily="49" charset="0"/>
              </a:rPr>
              <a:t>&gt;</a:t>
            </a:r>
            <a:r>
              <a:rPr lang="en-IN" sz="1200" b="0" dirty="0">
                <a:solidFill>
                  <a:srgbClr val="000000"/>
                </a:solidFill>
                <a:effectLst/>
                <a:latin typeface="Consolas" panose="020B0609020204030204" pitchFamily="49" charset="0"/>
              </a:rPr>
              <a:t>Link</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Nav.Link</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NavDropdown</a:t>
            </a:r>
            <a:r>
              <a:rPr lang="en-IN" sz="1200" b="0" dirty="0">
                <a:solidFill>
                  <a:srgbClr val="000000"/>
                </a:solidFill>
                <a:effectLst/>
                <a:latin typeface="Consolas" panose="020B0609020204030204" pitchFamily="49" charset="0"/>
              </a:rPr>
              <a:t> </a:t>
            </a:r>
            <a:r>
              <a:rPr lang="en-IN" sz="1200" b="0" dirty="0">
                <a:solidFill>
                  <a:srgbClr val="E50000"/>
                </a:solidFill>
                <a:effectLst/>
                <a:latin typeface="Consolas" panose="020B0609020204030204" pitchFamily="49" charset="0"/>
              </a:rPr>
              <a:t>title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"Dropdown"</a:t>
            </a:r>
            <a:r>
              <a:rPr lang="en-IN" sz="1200" b="0" dirty="0">
                <a:solidFill>
                  <a:srgbClr val="000000"/>
                </a:solidFill>
                <a:effectLst/>
                <a:latin typeface="Consolas" panose="020B0609020204030204" pitchFamily="49" charset="0"/>
              </a:rPr>
              <a:t> </a:t>
            </a:r>
            <a:r>
              <a:rPr lang="en-IN" sz="1200" b="0" dirty="0">
                <a:solidFill>
                  <a:srgbClr val="E50000"/>
                </a:solidFill>
                <a:effectLst/>
                <a:latin typeface="Consolas" panose="020B0609020204030204" pitchFamily="49" charset="0"/>
              </a:rPr>
              <a:t>id</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"basic-</a:t>
            </a:r>
            <a:r>
              <a:rPr lang="en-IN" sz="1200" b="0" dirty="0" err="1">
                <a:solidFill>
                  <a:srgbClr val="A31515"/>
                </a:solidFill>
                <a:effectLst/>
                <a:latin typeface="Consolas" panose="020B0609020204030204" pitchFamily="49" charset="0"/>
              </a:rPr>
              <a:t>nav</a:t>
            </a:r>
            <a:r>
              <a:rPr lang="en-IN" sz="1200" b="0" dirty="0">
                <a:solidFill>
                  <a:srgbClr val="A31515"/>
                </a:solidFill>
                <a:effectLst/>
                <a:latin typeface="Consolas" panose="020B0609020204030204" pitchFamily="49" charset="0"/>
              </a:rPr>
              <a:t>-dropdown"</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NavDropdown.Item</a:t>
            </a:r>
            <a:r>
              <a:rPr lang="en-IN" sz="1200" b="0" dirty="0">
                <a:solidFill>
                  <a:srgbClr val="000000"/>
                </a:solidFill>
                <a:effectLst/>
                <a:latin typeface="Consolas" panose="020B0609020204030204" pitchFamily="49" charset="0"/>
              </a:rPr>
              <a:t> </a:t>
            </a:r>
            <a:r>
              <a:rPr lang="en-IN" sz="1200" b="0" dirty="0" err="1">
                <a:solidFill>
                  <a:srgbClr val="E50000"/>
                </a:solidFill>
                <a:effectLst/>
                <a:latin typeface="Consolas" panose="020B0609020204030204" pitchFamily="49" charset="0"/>
              </a:rPr>
              <a:t>href</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"#action/3.1"</a:t>
            </a:r>
            <a:r>
              <a:rPr lang="en-IN" sz="1200" b="0" dirty="0">
                <a:solidFill>
                  <a:srgbClr val="800000"/>
                </a:solidFill>
                <a:effectLst/>
                <a:latin typeface="Consolas" panose="020B0609020204030204" pitchFamily="49" charset="0"/>
              </a:rPr>
              <a:t>&gt;</a:t>
            </a:r>
            <a:r>
              <a:rPr lang="en-IN" sz="1200" b="0" dirty="0">
                <a:solidFill>
                  <a:srgbClr val="000000"/>
                </a:solidFill>
                <a:effectLst/>
                <a:latin typeface="Consolas" panose="020B0609020204030204" pitchFamily="49" charset="0"/>
              </a:rPr>
              <a:t>Action</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NavDropdown.Item</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NavDropdown.Item</a:t>
            </a:r>
            <a:r>
              <a:rPr lang="en-IN" sz="1200" b="0" dirty="0">
                <a:solidFill>
                  <a:srgbClr val="000000"/>
                </a:solidFill>
                <a:effectLst/>
                <a:latin typeface="Consolas" panose="020B0609020204030204" pitchFamily="49" charset="0"/>
              </a:rPr>
              <a:t> </a:t>
            </a:r>
            <a:r>
              <a:rPr lang="en-IN" sz="1200" b="0" dirty="0" err="1">
                <a:solidFill>
                  <a:srgbClr val="E50000"/>
                </a:solidFill>
                <a:effectLst/>
                <a:latin typeface="Consolas" panose="020B0609020204030204" pitchFamily="49" charset="0"/>
              </a:rPr>
              <a:t>href</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"#action/3.2"</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Another action</a:t>
            </a: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NavDropdown.Item</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NavDropdown.Item</a:t>
            </a:r>
            <a:r>
              <a:rPr lang="en-IN" sz="1200" b="0" dirty="0">
                <a:solidFill>
                  <a:srgbClr val="000000"/>
                </a:solidFill>
                <a:effectLst/>
                <a:latin typeface="Consolas" panose="020B0609020204030204" pitchFamily="49" charset="0"/>
              </a:rPr>
              <a:t> </a:t>
            </a:r>
            <a:r>
              <a:rPr lang="en-IN" sz="1200" b="0" dirty="0" err="1">
                <a:solidFill>
                  <a:srgbClr val="E50000"/>
                </a:solidFill>
                <a:effectLst/>
                <a:latin typeface="Consolas" panose="020B0609020204030204" pitchFamily="49" charset="0"/>
              </a:rPr>
              <a:t>href</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"#action/3.3"</a:t>
            </a:r>
            <a:r>
              <a:rPr lang="en-IN" sz="1200" b="0" dirty="0">
                <a:solidFill>
                  <a:srgbClr val="800000"/>
                </a:solidFill>
                <a:effectLst/>
                <a:latin typeface="Consolas" panose="020B0609020204030204" pitchFamily="49" charset="0"/>
              </a:rPr>
              <a:t>&gt;</a:t>
            </a:r>
            <a:r>
              <a:rPr lang="en-IN" sz="1200" b="0" dirty="0">
                <a:solidFill>
                  <a:srgbClr val="000000"/>
                </a:solidFill>
                <a:effectLst/>
                <a:latin typeface="Consolas" panose="020B0609020204030204" pitchFamily="49" charset="0"/>
              </a:rPr>
              <a:t>Something</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NavDropdown.Item</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NavDropdown.Divider</a:t>
            </a:r>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NavDropdown.Item</a:t>
            </a:r>
            <a:r>
              <a:rPr lang="en-IN" sz="1200" b="0" dirty="0">
                <a:solidFill>
                  <a:srgbClr val="000000"/>
                </a:solidFill>
                <a:effectLst/>
                <a:latin typeface="Consolas" panose="020B0609020204030204" pitchFamily="49" charset="0"/>
              </a:rPr>
              <a:t> </a:t>
            </a:r>
            <a:r>
              <a:rPr lang="en-IN" sz="1200" b="0" dirty="0" err="1">
                <a:solidFill>
                  <a:srgbClr val="E50000"/>
                </a:solidFill>
                <a:effectLst/>
                <a:latin typeface="Consolas" panose="020B0609020204030204" pitchFamily="49" charset="0"/>
              </a:rPr>
              <a:t>href</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"#action/3.4"</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Separated link</a:t>
            </a: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NavDropdown.Item</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NavDropdown</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Nav</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Navbar.Collapse</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a:solidFill>
                  <a:srgbClr val="267F99"/>
                </a:solidFill>
                <a:effectLst/>
                <a:latin typeface="Consolas" panose="020B0609020204030204" pitchFamily="49" charset="0"/>
              </a:rPr>
              <a:t>Container</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r>
              <a:rPr lang="en-IN" sz="1200" b="0" dirty="0">
                <a:solidFill>
                  <a:srgbClr val="800000"/>
                </a:solidFill>
                <a:effectLst/>
                <a:latin typeface="Consolas" panose="020B0609020204030204" pitchFamily="49" charset="0"/>
              </a:rPr>
              <a:t>&lt;/</a:t>
            </a:r>
            <a:r>
              <a:rPr lang="en-IN" sz="1200" b="0" dirty="0" err="1">
                <a:solidFill>
                  <a:srgbClr val="267F99"/>
                </a:solidFill>
                <a:effectLst/>
                <a:latin typeface="Consolas" panose="020B0609020204030204" pitchFamily="49" charset="0"/>
              </a:rPr>
              <a:t>Navbar</a:t>
            </a:r>
            <a:r>
              <a:rPr lang="en-IN" sz="1200" b="0" dirty="0">
                <a:solidFill>
                  <a:srgbClr val="800000"/>
                </a:solidFill>
                <a:effectLst/>
                <a:latin typeface="Consolas" panose="020B0609020204030204" pitchFamily="49" charset="0"/>
              </a:rPr>
              <a:t>&gt;</a:t>
            </a:r>
            <a:endParaRPr lang="en-IN" sz="1200" b="0" dirty="0">
              <a:solidFill>
                <a:srgbClr val="000000"/>
              </a:solidFill>
              <a:effectLst/>
              <a:latin typeface="Consolas" panose="020B0609020204030204" pitchFamily="49" charset="0"/>
            </a:endParaRPr>
          </a:p>
          <a:p>
            <a:r>
              <a:rPr lang="en-IN" sz="1200" b="0" dirty="0">
                <a:solidFill>
                  <a:srgbClr val="000000"/>
                </a:solidFill>
                <a:effectLst/>
                <a:latin typeface="Consolas" panose="020B0609020204030204" pitchFamily="49" charset="0"/>
              </a:rPr>
              <a:t>  );</a:t>
            </a:r>
          </a:p>
          <a:p>
            <a:r>
              <a:rPr lang="en-IN" sz="1200" b="0" dirty="0">
                <a:solidFill>
                  <a:srgbClr val="000000"/>
                </a:solidFill>
                <a:effectLst/>
                <a:latin typeface="Consolas" panose="020B0609020204030204" pitchFamily="49" charset="0"/>
              </a:rPr>
              <a:t>}</a:t>
            </a:r>
          </a:p>
          <a:p>
            <a:br>
              <a:rPr lang="en-IN" sz="1200" b="0" dirty="0">
                <a:solidFill>
                  <a:srgbClr val="000000"/>
                </a:solidFill>
                <a:effectLst/>
                <a:latin typeface="Consolas" panose="020B0609020204030204" pitchFamily="49" charset="0"/>
              </a:rPr>
            </a:br>
            <a:r>
              <a:rPr lang="en-IN" sz="1200" b="0" dirty="0">
                <a:solidFill>
                  <a:srgbClr val="AF00DB"/>
                </a:solidFill>
                <a:effectLst/>
                <a:latin typeface="Consolas" panose="020B0609020204030204" pitchFamily="49" charset="0"/>
              </a:rPr>
              <a:t>export</a:t>
            </a:r>
            <a:r>
              <a:rPr lang="en-IN" sz="1200" b="0" dirty="0">
                <a:solidFill>
                  <a:srgbClr val="000000"/>
                </a:solidFill>
                <a:effectLst/>
                <a:latin typeface="Consolas" panose="020B0609020204030204" pitchFamily="49" charset="0"/>
              </a:rPr>
              <a:t> </a:t>
            </a:r>
            <a:r>
              <a:rPr lang="en-IN" sz="1200" b="0" dirty="0">
                <a:solidFill>
                  <a:srgbClr val="AF00DB"/>
                </a:solidFill>
                <a:effectLst/>
                <a:latin typeface="Consolas" panose="020B0609020204030204" pitchFamily="49" charset="0"/>
              </a:rPr>
              <a:t>default</a:t>
            </a: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App</a:t>
            </a:r>
            <a:r>
              <a:rPr lang="en-IN" sz="12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849229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0836" y="0"/>
            <a:ext cx="6123709" cy="6878806"/>
          </a:xfrm>
          <a:prstGeom prst="rect">
            <a:avLst/>
          </a:prstGeom>
        </p:spPr>
        <p:txBody>
          <a:bodyPr wrap="square">
            <a:spAutoFit/>
          </a:bodyPr>
          <a:lstStyle/>
          <a:p>
            <a:r>
              <a:rPr lang="en-IN" sz="1050" b="0" dirty="0">
                <a:solidFill>
                  <a:srgbClr val="AF00DB"/>
                </a:solidFill>
                <a:effectLst/>
                <a:latin typeface="Consolas" panose="020B0609020204030204" pitchFamily="49" charset="0"/>
              </a:rPr>
              <a:t>import</a:t>
            </a:r>
            <a:r>
              <a:rPr lang="en-IN" sz="1050" b="0" dirty="0">
                <a:solidFill>
                  <a:srgbClr val="000000"/>
                </a:solidFill>
                <a:effectLst/>
                <a:latin typeface="Consolas" panose="020B0609020204030204" pitchFamily="49" charset="0"/>
              </a:rPr>
              <a:t> { </a:t>
            </a:r>
            <a:r>
              <a:rPr lang="en-IN" sz="1050" b="0" dirty="0" err="1">
                <a:solidFill>
                  <a:srgbClr val="001080"/>
                </a:solidFill>
                <a:effectLst/>
                <a:latin typeface="Consolas" panose="020B0609020204030204" pitchFamily="49" charset="0"/>
              </a:rPr>
              <a:t>useState</a:t>
            </a:r>
            <a:r>
              <a:rPr lang="en-IN" sz="1050" b="0" dirty="0">
                <a:solidFill>
                  <a:srgbClr val="000000"/>
                </a:solidFill>
                <a:effectLst/>
                <a:latin typeface="Consolas" panose="020B0609020204030204" pitchFamily="49" charset="0"/>
              </a:rPr>
              <a:t> } </a:t>
            </a:r>
            <a:r>
              <a:rPr lang="en-IN" sz="1050" b="0" dirty="0">
                <a:solidFill>
                  <a:srgbClr val="AF00DB"/>
                </a:solidFill>
                <a:effectLst/>
                <a:latin typeface="Consolas" panose="020B0609020204030204" pitchFamily="49" charset="0"/>
              </a:rPr>
              <a:t>from</a:t>
            </a:r>
            <a:r>
              <a:rPr lang="en-IN" sz="1050" b="0" dirty="0">
                <a:solidFill>
                  <a:srgbClr val="000000"/>
                </a:solidFill>
                <a:effectLst/>
                <a:latin typeface="Consolas" panose="020B0609020204030204" pitchFamily="49" charset="0"/>
              </a:rPr>
              <a:t> </a:t>
            </a:r>
            <a:r>
              <a:rPr lang="en-IN" sz="1050" b="0" dirty="0">
                <a:solidFill>
                  <a:srgbClr val="A31515"/>
                </a:solidFill>
                <a:effectLst/>
                <a:latin typeface="Consolas" panose="020B0609020204030204" pitchFamily="49" charset="0"/>
              </a:rPr>
              <a:t>'react'</a:t>
            </a:r>
            <a:r>
              <a:rPr lang="en-IN" sz="1050" b="0" dirty="0">
                <a:solidFill>
                  <a:srgbClr val="000000"/>
                </a:solidFill>
                <a:effectLst/>
                <a:latin typeface="Consolas" panose="020B0609020204030204" pitchFamily="49" charset="0"/>
              </a:rPr>
              <a:t>;</a:t>
            </a:r>
          </a:p>
          <a:p>
            <a:r>
              <a:rPr lang="en-IN" sz="1050" b="0" dirty="0">
                <a:solidFill>
                  <a:srgbClr val="AF00DB"/>
                </a:solidFill>
                <a:effectLst/>
                <a:latin typeface="Consolas" panose="020B0609020204030204" pitchFamily="49" charset="0"/>
              </a:rPr>
              <a:t>import</a:t>
            </a:r>
            <a:r>
              <a:rPr lang="en-IN" sz="1050" b="0" dirty="0">
                <a:solidFill>
                  <a:srgbClr val="000000"/>
                </a:solidFill>
                <a:effectLst/>
                <a:latin typeface="Consolas" panose="020B0609020204030204" pitchFamily="49" charset="0"/>
              </a:rPr>
              <a:t> </a:t>
            </a:r>
            <a:r>
              <a:rPr lang="en-IN" sz="1050" b="0" dirty="0">
                <a:solidFill>
                  <a:srgbClr val="001080"/>
                </a:solidFill>
                <a:effectLst/>
                <a:latin typeface="Consolas" panose="020B0609020204030204" pitchFamily="49" charset="0"/>
              </a:rPr>
              <a:t>Button</a:t>
            </a:r>
            <a:r>
              <a:rPr lang="en-IN" sz="1050" b="0" dirty="0">
                <a:solidFill>
                  <a:srgbClr val="000000"/>
                </a:solidFill>
                <a:effectLst/>
                <a:latin typeface="Consolas" panose="020B0609020204030204" pitchFamily="49" charset="0"/>
              </a:rPr>
              <a:t> </a:t>
            </a:r>
            <a:r>
              <a:rPr lang="en-IN" sz="1050" b="0" dirty="0">
                <a:solidFill>
                  <a:srgbClr val="AF00DB"/>
                </a:solidFill>
                <a:effectLst/>
                <a:latin typeface="Consolas" panose="020B0609020204030204" pitchFamily="49" charset="0"/>
              </a:rPr>
              <a:t>from</a:t>
            </a:r>
            <a:r>
              <a:rPr lang="en-IN" sz="1050" b="0" dirty="0">
                <a:solidFill>
                  <a:srgbClr val="000000"/>
                </a:solidFill>
                <a:effectLst/>
                <a:latin typeface="Consolas" panose="020B0609020204030204" pitchFamily="49" charset="0"/>
              </a:rPr>
              <a:t> </a:t>
            </a:r>
            <a:r>
              <a:rPr lang="en-IN" sz="1050" b="0" dirty="0">
                <a:solidFill>
                  <a:srgbClr val="A31515"/>
                </a:solidFill>
                <a:effectLst/>
                <a:latin typeface="Consolas" panose="020B0609020204030204" pitchFamily="49" charset="0"/>
              </a:rPr>
              <a:t>'react-bootstrap/Button'</a:t>
            </a:r>
            <a:r>
              <a:rPr lang="en-IN" sz="1050" b="0" dirty="0">
                <a:solidFill>
                  <a:srgbClr val="000000"/>
                </a:solidFill>
                <a:effectLst/>
                <a:latin typeface="Consolas" panose="020B0609020204030204" pitchFamily="49" charset="0"/>
              </a:rPr>
              <a:t>;</a:t>
            </a:r>
          </a:p>
          <a:p>
            <a:r>
              <a:rPr lang="en-IN" sz="1050" b="0" dirty="0">
                <a:solidFill>
                  <a:srgbClr val="AF00DB"/>
                </a:solidFill>
                <a:effectLst/>
                <a:latin typeface="Consolas" panose="020B0609020204030204" pitchFamily="49" charset="0"/>
              </a:rPr>
              <a:t>import</a:t>
            </a:r>
            <a:r>
              <a:rPr lang="en-IN" sz="1050" b="0" dirty="0">
                <a:solidFill>
                  <a:srgbClr val="000000"/>
                </a:solidFill>
                <a:effectLst/>
                <a:latin typeface="Consolas" panose="020B0609020204030204" pitchFamily="49" charset="0"/>
              </a:rPr>
              <a:t> </a:t>
            </a:r>
            <a:r>
              <a:rPr lang="en-IN" sz="1050" b="0" dirty="0">
                <a:solidFill>
                  <a:srgbClr val="001080"/>
                </a:solidFill>
                <a:effectLst/>
                <a:latin typeface="Consolas" panose="020B0609020204030204" pitchFamily="49" charset="0"/>
              </a:rPr>
              <a:t>Col</a:t>
            </a:r>
            <a:r>
              <a:rPr lang="en-IN" sz="1050" b="0" dirty="0">
                <a:solidFill>
                  <a:srgbClr val="000000"/>
                </a:solidFill>
                <a:effectLst/>
                <a:latin typeface="Consolas" panose="020B0609020204030204" pitchFamily="49" charset="0"/>
              </a:rPr>
              <a:t> </a:t>
            </a:r>
            <a:r>
              <a:rPr lang="en-IN" sz="1050" b="0" dirty="0">
                <a:solidFill>
                  <a:srgbClr val="AF00DB"/>
                </a:solidFill>
                <a:effectLst/>
                <a:latin typeface="Consolas" panose="020B0609020204030204" pitchFamily="49" charset="0"/>
              </a:rPr>
              <a:t>from</a:t>
            </a:r>
            <a:r>
              <a:rPr lang="en-IN" sz="1050" b="0" dirty="0">
                <a:solidFill>
                  <a:srgbClr val="000000"/>
                </a:solidFill>
                <a:effectLst/>
                <a:latin typeface="Consolas" panose="020B0609020204030204" pitchFamily="49" charset="0"/>
              </a:rPr>
              <a:t> </a:t>
            </a:r>
            <a:r>
              <a:rPr lang="en-IN" sz="1050" b="0" dirty="0">
                <a:solidFill>
                  <a:srgbClr val="A31515"/>
                </a:solidFill>
                <a:effectLst/>
                <a:latin typeface="Consolas" panose="020B0609020204030204" pitchFamily="49" charset="0"/>
              </a:rPr>
              <a:t>'react-bootstrap/Col'</a:t>
            </a:r>
            <a:r>
              <a:rPr lang="en-IN" sz="1050" b="0" dirty="0">
                <a:solidFill>
                  <a:srgbClr val="000000"/>
                </a:solidFill>
                <a:effectLst/>
                <a:latin typeface="Consolas" panose="020B0609020204030204" pitchFamily="49" charset="0"/>
              </a:rPr>
              <a:t>;</a:t>
            </a:r>
          </a:p>
          <a:p>
            <a:r>
              <a:rPr lang="en-IN" sz="1050" b="0" dirty="0">
                <a:solidFill>
                  <a:srgbClr val="AF00DB"/>
                </a:solidFill>
                <a:effectLst/>
                <a:latin typeface="Consolas" panose="020B0609020204030204" pitchFamily="49" charset="0"/>
              </a:rPr>
              <a:t>import</a:t>
            </a:r>
            <a:r>
              <a:rPr lang="en-IN" sz="1050" b="0" dirty="0">
                <a:solidFill>
                  <a:srgbClr val="000000"/>
                </a:solidFill>
                <a:effectLst/>
                <a:latin typeface="Consolas" panose="020B0609020204030204" pitchFamily="49" charset="0"/>
              </a:rPr>
              <a:t> </a:t>
            </a:r>
            <a:r>
              <a:rPr lang="en-IN" sz="1050" b="0" dirty="0">
                <a:solidFill>
                  <a:srgbClr val="001080"/>
                </a:solidFill>
                <a:effectLst/>
                <a:latin typeface="Consolas" panose="020B0609020204030204" pitchFamily="49" charset="0"/>
              </a:rPr>
              <a:t>Form</a:t>
            </a:r>
            <a:r>
              <a:rPr lang="en-IN" sz="1050" b="0" dirty="0">
                <a:solidFill>
                  <a:srgbClr val="000000"/>
                </a:solidFill>
                <a:effectLst/>
                <a:latin typeface="Consolas" panose="020B0609020204030204" pitchFamily="49" charset="0"/>
              </a:rPr>
              <a:t> </a:t>
            </a:r>
            <a:r>
              <a:rPr lang="en-IN" sz="1050" b="0" dirty="0">
                <a:solidFill>
                  <a:srgbClr val="AF00DB"/>
                </a:solidFill>
                <a:effectLst/>
                <a:latin typeface="Consolas" panose="020B0609020204030204" pitchFamily="49" charset="0"/>
              </a:rPr>
              <a:t>from</a:t>
            </a:r>
            <a:r>
              <a:rPr lang="en-IN" sz="1050" b="0" dirty="0">
                <a:solidFill>
                  <a:srgbClr val="000000"/>
                </a:solidFill>
                <a:effectLst/>
                <a:latin typeface="Consolas" panose="020B0609020204030204" pitchFamily="49" charset="0"/>
              </a:rPr>
              <a:t> </a:t>
            </a:r>
            <a:r>
              <a:rPr lang="en-IN" sz="1050" b="0" dirty="0">
                <a:solidFill>
                  <a:srgbClr val="A31515"/>
                </a:solidFill>
                <a:effectLst/>
                <a:latin typeface="Consolas" panose="020B0609020204030204" pitchFamily="49" charset="0"/>
              </a:rPr>
              <a:t>'react-bootstrap/Form'</a:t>
            </a:r>
            <a:r>
              <a:rPr lang="en-IN" sz="1050" b="0" dirty="0">
                <a:solidFill>
                  <a:srgbClr val="000000"/>
                </a:solidFill>
                <a:effectLst/>
                <a:latin typeface="Consolas" panose="020B0609020204030204" pitchFamily="49" charset="0"/>
              </a:rPr>
              <a:t>;</a:t>
            </a:r>
          </a:p>
          <a:p>
            <a:r>
              <a:rPr lang="en-IN" sz="1050" b="0" dirty="0">
                <a:solidFill>
                  <a:srgbClr val="AF00DB"/>
                </a:solidFill>
                <a:effectLst/>
                <a:latin typeface="Consolas" panose="020B0609020204030204" pitchFamily="49" charset="0"/>
              </a:rPr>
              <a:t>import</a:t>
            </a:r>
            <a:r>
              <a:rPr lang="en-IN" sz="1050" b="0" dirty="0">
                <a:solidFill>
                  <a:srgbClr val="000000"/>
                </a:solidFill>
                <a:effectLst/>
                <a:latin typeface="Consolas" panose="020B0609020204030204" pitchFamily="49" charset="0"/>
              </a:rPr>
              <a:t> </a:t>
            </a:r>
            <a:r>
              <a:rPr lang="en-IN" sz="1050" b="0" dirty="0" err="1">
                <a:solidFill>
                  <a:srgbClr val="001080"/>
                </a:solidFill>
                <a:effectLst/>
                <a:latin typeface="Consolas" panose="020B0609020204030204" pitchFamily="49" charset="0"/>
              </a:rPr>
              <a:t>InputGroup</a:t>
            </a:r>
            <a:r>
              <a:rPr lang="en-IN" sz="1050" b="0" dirty="0">
                <a:solidFill>
                  <a:srgbClr val="000000"/>
                </a:solidFill>
                <a:effectLst/>
                <a:latin typeface="Consolas" panose="020B0609020204030204" pitchFamily="49" charset="0"/>
              </a:rPr>
              <a:t> </a:t>
            </a:r>
            <a:r>
              <a:rPr lang="en-IN" sz="1050" b="0" dirty="0">
                <a:solidFill>
                  <a:srgbClr val="AF00DB"/>
                </a:solidFill>
                <a:effectLst/>
                <a:latin typeface="Consolas" panose="020B0609020204030204" pitchFamily="49" charset="0"/>
              </a:rPr>
              <a:t>from</a:t>
            </a:r>
            <a:r>
              <a:rPr lang="en-IN" sz="1050" b="0" dirty="0">
                <a:solidFill>
                  <a:srgbClr val="000000"/>
                </a:solidFill>
                <a:effectLst/>
                <a:latin typeface="Consolas" panose="020B0609020204030204" pitchFamily="49" charset="0"/>
              </a:rPr>
              <a:t> </a:t>
            </a:r>
            <a:r>
              <a:rPr lang="en-IN" sz="1050" b="0" dirty="0">
                <a:solidFill>
                  <a:srgbClr val="A31515"/>
                </a:solidFill>
                <a:effectLst/>
                <a:latin typeface="Consolas" panose="020B0609020204030204" pitchFamily="49" charset="0"/>
              </a:rPr>
              <a:t>'react-bootstrap/</a:t>
            </a:r>
            <a:r>
              <a:rPr lang="en-IN" sz="1050" b="0" dirty="0" err="1">
                <a:solidFill>
                  <a:srgbClr val="A31515"/>
                </a:solidFill>
                <a:effectLst/>
                <a:latin typeface="Consolas" panose="020B0609020204030204" pitchFamily="49" charset="0"/>
              </a:rPr>
              <a:t>InputGroup</a:t>
            </a:r>
            <a:r>
              <a:rPr lang="en-IN" sz="1050" b="0" dirty="0">
                <a:solidFill>
                  <a:srgbClr val="A31515"/>
                </a:solidFill>
                <a:effectLst/>
                <a:latin typeface="Consolas" panose="020B0609020204030204" pitchFamily="49" charset="0"/>
              </a:rPr>
              <a:t>'</a:t>
            </a:r>
            <a:r>
              <a:rPr lang="en-IN" sz="1050" b="0" dirty="0">
                <a:solidFill>
                  <a:srgbClr val="000000"/>
                </a:solidFill>
                <a:effectLst/>
                <a:latin typeface="Consolas" panose="020B0609020204030204" pitchFamily="49" charset="0"/>
              </a:rPr>
              <a:t>;</a:t>
            </a:r>
          </a:p>
          <a:p>
            <a:r>
              <a:rPr lang="en-IN" sz="1050" b="0" dirty="0">
                <a:solidFill>
                  <a:srgbClr val="AF00DB"/>
                </a:solidFill>
                <a:effectLst/>
                <a:latin typeface="Consolas" panose="020B0609020204030204" pitchFamily="49" charset="0"/>
              </a:rPr>
              <a:t>import</a:t>
            </a:r>
            <a:r>
              <a:rPr lang="en-IN" sz="1050" b="0" dirty="0">
                <a:solidFill>
                  <a:srgbClr val="000000"/>
                </a:solidFill>
                <a:effectLst/>
                <a:latin typeface="Consolas" panose="020B0609020204030204" pitchFamily="49" charset="0"/>
              </a:rPr>
              <a:t> </a:t>
            </a:r>
            <a:r>
              <a:rPr lang="en-IN" sz="1050" b="0" dirty="0">
                <a:solidFill>
                  <a:srgbClr val="001080"/>
                </a:solidFill>
                <a:effectLst/>
                <a:latin typeface="Consolas" panose="020B0609020204030204" pitchFamily="49" charset="0"/>
              </a:rPr>
              <a:t>Row</a:t>
            </a:r>
            <a:r>
              <a:rPr lang="en-IN" sz="1050" b="0" dirty="0">
                <a:solidFill>
                  <a:srgbClr val="000000"/>
                </a:solidFill>
                <a:effectLst/>
                <a:latin typeface="Consolas" panose="020B0609020204030204" pitchFamily="49" charset="0"/>
              </a:rPr>
              <a:t> </a:t>
            </a:r>
            <a:r>
              <a:rPr lang="en-IN" sz="1050" b="0" dirty="0">
                <a:solidFill>
                  <a:srgbClr val="AF00DB"/>
                </a:solidFill>
                <a:effectLst/>
                <a:latin typeface="Consolas" panose="020B0609020204030204" pitchFamily="49" charset="0"/>
              </a:rPr>
              <a:t>from</a:t>
            </a:r>
            <a:r>
              <a:rPr lang="en-IN" sz="1050" b="0" dirty="0">
                <a:solidFill>
                  <a:srgbClr val="000000"/>
                </a:solidFill>
                <a:effectLst/>
                <a:latin typeface="Consolas" panose="020B0609020204030204" pitchFamily="49" charset="0"/>
              </a:rPr>
              <a:t> </a:t>
            </a:r>
            <a:r>
              <a:rPr lang="en-IN" sz="1050" b="0" dirty="0">
                <a:solidFill>
                  <a:srgbClr val="A31515"/>
                </a:solidFill>
                <a:effectLst/>
                <a:latin typeface="Consolas" panose="020B0609020204030204" pitchFamily="49" charset="0"/>
              </a:rPr>
              <a:t>'react-bootstrap/Row'</a:t>
            </a:r>
            <a:r>
              <a:rPr lang="en-IN" sz="1050" b="0" dirty="0">
                <a:solidFill>
                  <a:srgbClr val="000000"/>
                </a:solidFill>
                <a:effectLst/>
                <a:latin typeface="Consolas" panose="020B0609020204030204" pitchFamily="49" charset="0"/>
              </a:rPr>
              <a:t>;</a:t>
            </a:r>
          </a:p>
          <a:p>
            <a:br>
              <a:rPr lang="en-IN" sz="1050" b="0" dirty="0">
                <a:solidFill>
                  <a:srgbClr val="000000"/>
                </a:solidFill>
                <a:effectLst/>
                <a:latin typeface="Consolas" panose="020B0609020204030204" pitchFamily="49" charset="0"/>
              </a:rPr>
            </a:br>
            <a:r>
              <a:rPr lang="en-IN" sz="1050" b="0" dirty="0">
                <a:solidFill>
                  <a:srgbClr val="0000FF"/>
                </a:solidFill>
                <a:effectLst/>
                <a:latin typeface="Consolas" panose="020B0609020204030204" pitchFamily="49" charset="0"/>
              </a:rPr>
              <a:t>function</a:t>
            </a:r>
            <a:r>
              <a:rPr lang="en-IN" sz="1050" b="0" dirty="0">
                <a:solidFill>
                  <a:srgbClr val="000000"/>
                </a:solidFill>
                <a:effectLst/>
                <a:latin typeface="Consolas" panose="020B0609020204030204" pitchFamily="49" charset="0"/>
              </a:rPr>
              <a:t> </a:t>
            </a:r>
            <a:r>
              <a:rPr lang="en-IN" sz="1050" b="0" dirty="0" err="1">
                <a:solidFill>
                  <a:srgbClr val="795E26"/>
                </a:solidFill>
                <a:effectLst/>
                <a:latin typeface="Consolas" panose="020B0609020204030204" pitchFamily="49" charset="0"/>
              </a:rPr>
              <a:t>FormExample</a:t>
            </a:r>
            <a:r>
              <a:rPr lang="en-IN" sz="1050" b="0" dirty="0">
                <a:solidFill>
                  <a:srgbClr val="000000"/>
                </a:solidFill>
                <a:effectLst/>
                <a:latin typeface="Consolas" panose="020B0609020204030204" pitchFamily="49" charset="0"/>
              </a:rPr>
              <a:t>() {</a:t>
            </a:r>
          </a:p>
          <a:p>
            <a:r>
              <a:rPr lang="en-IN" sz="1050" b="0" dirty="0">
                <a:solidFill>
                  <a:srgbClr val="000000"/>
                </a:solidFill>
                <a:effectLst/>
                <a:latin typeface="Consolas" panose="020B0609020204030204" pitchFamily="49" charset="0"/>
              </a:rPr>
              <a:t>  </a:t>
            </a:r>
            <a:r>
              <a:rPr lang="en-IN" sz="1050" b="0" dirty="0" err="1">
                <a:solidFill>
                  <a:srgbClr val="0000FF"/>
                </a:solidFill>
                <a:effectLst/>
                <a:latin typeface="Consolas" panose="020B0609020204030204" pitchFamily="49" charset="0"/>
              </a:rPr>
              <a:t>const</a:t>
            </a:r>
            <a:r>
              <a:rPr lang="en-IN" sz="1050" b="0" dirty="0">
                <a:solidFill>
                  <a:srgbClr val="000000"/>
                </a:solidFill>
                <a:effectLst/>
                <a:latin typeface="Consolas" panose="020B0609020204030204" pitchFamily="49" charset="0"/>
              </a:rPr>
              <a:t> [</a:t>
            </a:r>
            <a:r>
              <a:rPr lang="en-IN" sz="1050" b="0" dirty="0">
                <a:solidFill>
                  <a:srgbClr val="0070C1"/>
                </a:solidFill>
                <a:effectLst/>
                <a:latin typeface="Consolas" panose="020B0609020204030204" pitchFamily="49" charset="0"/>
              </a:rPr>
              <a:t>validated</a:t>
            </a:r>
            <a:r>
              <a:rPr lang="en-IN" sz="1050" b="0" dirty="0">
                <a:solidFill>
                  <a:srgbClr val="000000"/>
                </a:solidFill>
                <a:effectLst/>
                <a:latin typeface="Consolas" panose="020B0609020204030204" pitchFamily="49" charset="0"/>
              </a:rPr>
              <a:t>, </a:t>
            </a:r>
            <a:r>
              <a:rPr lang="en-IN" sz="1050" b="0" dirty="0" err="1">
                <a:solidFill>
                  <a:srgbClr val="795E26"/>
                </a:solidFill>
                <a:effectLst/>
                <a:latin typeface="Consolas" panose="020B0609020204030204" pitchFamily="49" charset="0"/>
              </a:rPr>
              <a:t>setValidated</a:t>
            </a:r>
            <a:r>
              <a:rPr lang="en-IN" sz="1050" b="0" dirty="0">
                <a:solidFill>
                  <a:srgbClr val="000000"/>
                </a:solidFill>
                <a:effectLst/>
                <a:latin typeface="Consolas" panose="020B0609020204030204" pitchFamily="49" charset="0"/>
              </a:rPr>
              <a:t>] = </a:t>
            </a:r>
            <a:r>
              <a:rPr lang="en-IN" sz="1050" b="0" dirty="0" err="1">
                <a:solidFill>
                  <a:srgbClr val="795E26"/>
                </a:solidFill>
                <a:effectLst/>
                <a:latin typeface="Consolas" panose="020B0609020204030204" pitchFamily="49" charset="0"/>
              </a:rPr>
              <a:t>useState</a:t>
            </a:r>
            <a:r>
              <a:rPr lang="en-IN" sz="1050" b="0" dirty="0">
                <a:solidFill>
                  <a:srgbClr val="000000"/>
                </a:solidFill>
                <a:effectLst/>
                <a:latin typeface="Consolas" panose="020B0609020204030204" pitchFamily="49" charset="0"/>
              </a:rPr>
              <a:t>(</a:t>
            </a:r>
            <a:r>
              <a:rPr lang="en-IN" sz="1050" b="0" dirty="0">
                <a:solidFill>
                  <a:srgbClr val="0000FF"/>
                </a:solidFill>
                <a:effectLst/>
                <a:latin typeface="Consolas" panose="020B0609020204030204" pitchFamily="49" charset="0"/>
              </a:rPr>
              <a:t>false</a:t>
            </a:r>
            <a:r>
              <a:rPr lang="en-IN" sz="1050" b="0" dirty="0">
                <a:solidFill>
                  <a:srgbClr val="000000"/>
                </a:solidFill>
                <a:effectLst/>
                <a:latin typeface="Consolas" panose="020B0609020204030204" pitchFamily="49" charset="0"/>
              </a:rPr>
              <a:t>);</a:t>
            </a:r>
          </a:p>
          <a:p>
            <a:br>
              <a:rPr lang="en-IN" sz="1050" b="0" dirty="0">
                <a:solidFill>
                  <a:srgbClr val="000000"/>
                </a:solidFill>
                <a:effectLst/>
                <a:latin typeface="Consolas" panose="020B0609020204030204" pitchFamily="49" charset="0"/>
              </a:rPr>
            </a:br>
            <a:r>
              <a:rPr lang="en-IN" sz="1050" b="0" dirty="0">
                <a:solidFill>
                  <a:srgbClr val="000000"/>
                </a:solidFill>
                <a:effectLst/>
                <a:latin typeface="Consolas" panose="020B0609020204030204" pitchFamily="49" charset="0"/>
              </a:rPr>
              <a:t>  </a:t>
            </a:r>
            <a:r>
              <a:rPr lang="en-IN" sz="1050" b="0" dirty="0" err="1">
                <a:solidFill>
                  <a:srgbClr val="0000FF"/>
                </a:solidFill>
                <a:effectLst/>
                <a:latin typeface="Consolas" panose="020B0609020204030204" pitchFamily="49" charset="0"/>
              </a:rPr>
              <a:t>const</a:t>
            </a:r>
            <a:r>
              <a:rPr lang="en-IN" sz="1050" b="0" dirty="0">
                <a:solidFill>
                  <a:srgbClr val="000000"/>
                </a:solidFill>
                <a:effectLst/>
                <a:latin typeface="Consolas" panose="020B0609020204030204" pitchFamily="49" charset="0"/>
              </a:rPr>
              <a:t> </a:t>
            </a:r>
            <a:r>
              <a:rPr lang="en-IN" sz="1050" b="0" dirty="0" err="1">
                <a:solidFill>
                  <a:srgbClr val="795E26"/>
                </a:solidFill>
                <a:effectLst/>
                <a:latin typeface="Consolas" panose="020B0609020204030204" pitchFamily="49" charset="0"/>
              </a:rPr>
              <a:t>handleSubmit</a:t>
            </a:r>
            <a:r>
              <a:rPr lang="en-IN" sz="1050" b="0" dirty="0">
                <a:solidFill>
                  <a:srgbClr val="000000"/>
                </a:solidFill>
                <a:effectLst/>
                <a:latin typeface="Consolas" panose="020B0609020204030204" pitchFamily="49" charset="0"/>
              </a:rPr>
              <a:t> = (</a:t>
            </a:r>
            <a:r>
              <a:rPr lang="en-IN" sz="1050" b="0" dirty="0">
                <a:solidFill>
                  <a:srgbClr val="001080"/>
                </a:solidFill>
                <a:effectLst/>
                <a:latin typeface="Consolas" panose="020B0609020204030204" pitchFamily="49" charset="0"/>
              </a:rPr>
              <a:t>event</a:t>
            </a:r>
            <a:r>
              <a:rPr lang="en-IN" sz="1050" b="0" dirty="0">
                <a:solidFill>
                  <a:srgbClr val="000000"/>
                </a:solidFill>
                <a:effectLst/>
                <a:latin typeface="Consolas" panose="020B0609020204030204" pitchFamily="49" charset="0"/>
              </a:rPr>
              <a:t>) </a:t>
            </a:r>
            <a:r>
              <a:rPr lang="en-IN" sz="1050" b="0" dirty="0">
                <a:solidFill>
                  <a:srgbClr val="0000FF"/>
                </a:solidFill>
                <a:effectLst/>
                <a:latin typeface="Consolas" panose="020B0609020204030204" pitchFamily="49" charset="0"/>
              </a:rPr>
              <a:t>=&gt;</a:t>
            </a:r>
            <a:r>
              <a:rPr lang="en-IN" sz="1050" b="0" dirty="0">
                <a:solidFill>
                  <a:srgbClr val="000000"/>
                </a:solidFill>
                <a:effectLst/>
                <a:latin typeface="Consolas" panose="020B0609020204030204" pitchFamily="49" charset="0"/>
              </a:rPr>
              <a:t> {</a:t>
            </a:r>
          </a:p>
          <a:p>
            <a:r>
              <a:rPr lang="en-IN" sz="1050" b="0" dirty="0">
                <a:solidFill>
                  <a:srgbClr val="000000"/>
                </a:solidFill>
                <a:effectLst/>
                <a:latin typeface="Consolas" panose="020B0609020204030204" pitchFamily="49" charset="0"/>
              </a:rPr>
              <a:t>    </a:t>
            </a:r>
            <a:r>
              <a:rPr lang="en-IN" sz="1050" b="0" dirty="0" err="1">
                <a:solidFill>
                  <a:srgbClr val="0000FF"/>
                </a:solidFill>
                <a:effectLst/>
                <a:latin typeface="Consolas" panose="020B0609020204030204" pitchFamily="49" charset="0"/>
              </a:rPr>
              <a:t>const</a:t>
            </a:r>
            <a:r>
              <a:rPr lang="en-IN" sz="1050" b="0" dirty="0">
                <a:solidFill>
                  <a:srgbClr val="000000"/>
                </a:solidFill>
                <a:effectLst/>
                <a:latin typeface="Consolas" panose="020B0609020204030204" pitchFamily="49" charset="0"/>
              </a:rPr>
              <a:t> </a:t>
            </a:r>
            <a:r>
              <a:rPr lang="en-IN" sz="1050" b="0" dirty="0">
                <a:solidFill>
                  <a:srgbClr val="0070C1"/>
                </a:solidFill>
                <a:effectLst/>
                <a:latin typeface="Consolas" panose="020B0609020204030204" pitchFamily="49" charset="0"/>
              </a:rPr>
              <a:t>form</a:t>
            </a:r>
            <a:r>
              <a:rPr lang="en-IN" sz="1050" b="0" dirty="0">
                <a:solidFill>
                  <a:srgbClr val="000000"/>
                </a:solidFill>
                <a:effectLst/>
                <a:latin typeface="Consolas" panose="020B0609020204030204" pitchFamily="49" charset="0"/>
              </a:rPr>
              <a:t> = </a:t>
            </a:r>
            <a:r>
              <a:rPr lang="en-IN" sz="1050" b="0" dirty="0" err="1">
                <a:solidFill>
                  <a:srgbClr val="001080"/>
                </a:solidFill>
                <a:effectLst/>
                <a:latin typeface="Consolas" panose="020B0609020204030204" pitchFamily="49" charset="0"/>
              </a:rPr>
              <a:t>event</a:t>
            </a:r>
            <a:r>
              <a:rPr lang="en-IN" sz="1050" b="0" dirty="0" err="1">
                <a:solidFill>
                  <a:srgbClr val="000000"/>
                </a:solidFill>
                <a:effectLst/>
                <a:latin typeface="Consolas" panose="020B0609020204030204" pitchFamily="49" charset="0"/>
              </a:rPr>
              <a:t>.</a:t>
            </a:r>
            <a:r>
              <a:rPr lang="en-IN" sz="1050" b="0" dirty="0" err="1">
                <a:solidFill>
                  <a:srgbClr val="001080"/>
                </a:solidFill>
                <a:effectLst/>
                <a:latin typeface="Consolas" panose="020B0609020204030204" pitchFamily="49" charset="0"/>
              </a:rPr>
              <a:t>currentTarget</a:t>
            </a:r>
            <a:r>
              <a:rPr lang="en-IN" sz="1050" b="0" dirty="0">
                <a:solidFill>
                  <a:srgbClr val="000000"/>
                </a:solidFill>
                <a:effectLst/>
                <a:latin typeface="Consolas" panose="020B0609020204030204" pitchFamily="49" charset="0"/>
              </a:rPr>
              <a:t>;</a:t>
            </a:r>
          </a:p>
          <a:p>
            <a:r>
              <a:rPr lang="en-IN" sz="1050" b="0" dirty="0">
                <a:solidFill>
                  <a:srgbClr val="000000"/>
                </a:solidFill>
                <a:effectLst/>
                <a:latin typeface="Consolas" panose="020B0609020204030204" pitchFamily="49" charset="0"/>
              </a:rPr>
              <a:t>    </a:t>
            </a:r>
            <a:r>
              <a:rPr lang="en-IN" sz="1050" b="0" dirty="0">
                <a:solidFill>
                  <a:srgbClr val="AF00DB"/>
                </a:solidFill>
                <a:effectLst/>
                <a:latin typeface="Consolas" panose="020B0609020204030204" pitchFamily="49" charset="0"/>
              </a:rPr>
              <a:t>if</a:t>
            </a:r>
            <a:r>
              <a:rPr lang="en-IN" sz="1050" b="0" dirty="0">
                <a:solidFill>
                  <a:srgbClr val="000000"/>
                </a:solidFill>
                <a:effectLst/>
                <a:latin typeface="Consolas" panose="020B0609020204030204" pitchFamily="49" charset="0"/>
              </a:rPr>
              <a:t> (</a:t>
            </a:r>
            <a:r>
              <a:rPr lang="en-IN" sz="1050" b="0" dirty="0" err="1">
                <a:solidFill>
                  <a:srgbClr val="0070C1"/>
                </a:solidFill>
                <a:effectLst/>
                <a:latin typeface="Consolas" panose="020B0609020204030204" pitchFamily="49" charset="0"/>
              </a:rPr>
              <a:t>form</a:t>
            </a:r>
            <a:r>
              <a:rPr lang="en-IN" sz="1050" b="0" dirty="0" err="1">
                <a:solidFill>
                  <a:srgbClr val="000000"/>
                </a:solidFill>
                <a:effectLst/>
                <a:latin typeface="Consolas" panose="020B0609020204030204" pitchFamily="49" charset="0"/>
              </a:rPr>
              <a:t>.</a:t>
            </a:r>
            <a:r>
              <a:rPr lang="en-IN" sz="1050" b="0" dirty="0" err="1">
                <a:solidFill>
                  <a:srgbClr val="795E26"/>
                </a:solidFill>
                <a:effectLst/>
                <a:latin typeface="Consolas" panose="020B0609020204030204" pitchFamily="49" charset="0"/>
              </a:rPr>
              <a:t>checkValidity</a:t>
            </a:r>
            <a:r>
              <a:rPr lang="en-IN" sz="1050" b="0" dirty="0">
                <a:solidFill>
                  <a:srgbClr val="000000"/>
                </a:solidFill>
                <a:effectLst/>
                <a:latin typeface="Consolas" panose="020B0609020204030204" pitchFamily="49" charset="0"/>
              </a:rPr>
              <a:t>() === </a:t>
            </a:r>
            <a:r>
              <a:rPr lang="en-IN" sz="1050" b="0" dirty="0">
                <a:solidFill>
                  <a:srgbClr val="0000FF"/>
                </a:solidFill>
                <a:effectLst/>
                <a:latin typeface="Consolas" panose="020B0609020204030204" pitchFamily="49" charset="0"/>
              </a:rPr>
              <a:t>false</a:t>
            </a:r>
            <a:r>
              <a:rPr lang="en-IN" sz="1050" b="0" dirty="0">
                <a:solidFill>
                  <a:srgbClr val="000000"/>
                </a:solidFill>
                <a:effectLst/>
                <a:latin typeface="Consolas" panose="020B0609020204030204" pitchFamily="49" charset="0"/>
              </a:rPr>
              <a:t>) {</a:t>
            </a:r>
          </a:p>
          <a:p>
            <a:r>
              <a:rPr lang="en-IN" sz="1050" b="0" dirty="0">
                <a:solidFill>
                  <a:srgbClr val="000000"/>
                </a:solidFill>
                <a:effectLst/>
                <a:latin typeface="Consolas" panose="020B0609020204030204" pitchFamily="49" charset="0"/>
              </a:rPr>
              <a:t>      </a:t>
            </a:r>
            <a:r>
              <a:rPr lang="en-IN" sz="1050" b="0" dirty="0" err="1">
                <a:solidFill>
                  <a:srgbClr val="001080"/>
                </a:solidFill>
                <a:effectLst/>
                <a:latin typeface="Consolas" panose="020B0609020204030204" pitchFamily="49" charset="0"/>
              </a:rPr>
              <a:t>event</a:t>
            </a:r>
            <a:r>
              <a:rPr lang="en-IN" sz="1050" b="0" dirty="0" err="1">
                <a:solidFill>
                  <a:srgbClr val="000000"/>
                </a:solidFill>
                <a:effectLst/>
                <a:latin typeface="Consolas" panose="020B0609020204030204" pitchFamily="49" charset="0"/>
              </a:rPr>
              <a:t>.</a:t>
            </a:r>
            <a:r>
              <a:rPr lang="en-IN" sz="1050" b="0" dirty="0" err="1">
                <a:solidFill>
                  <a:srgbClr val="795E26"/>
                </a:solidFill>
                <a:effectLst/>
                <a:latin typeface="Consolas" panose="020B0609020204030204" pitchFamily="49" charset="0"/>
              </a:rPr>
              <a:t>preventDefault</a:t>
            </a:r>
            <a:r>
              <a:rPr lang="en-IN" sz="1050" b="0" dirty="0">
                <a:solidFill>
                  <a:srgbClr val="000000"/>
                </a:solidFill>
                <a:effectLst/>
                <a:latin typeface="Consolas" panose="020B0609020204030204" pitchFamily="49" charset="0"/>
              </a:rPr>
              <a:t>();</a:t>
            </a:r>
          </a:p>
          <a:p>
            <a:r>
              <a:rPr lang="en-IN" sz="1050" b="0" dirty="0">
                <a:solidFill>
                  <a:srgbClr val="000000"/>
                </a:solidFill>
                <a:effectLst/>
                <a:latin typeface="Consolas" panose="020B0609020204030204" pitchFamily="49" charset="0"/>
              </a:rPr>
              <a:t>      </a:t>
            </a:r>
            <a:r>
              <a:rPr lang="en-IN" sz="1050" b="0" dirty="0" err="1">
                <a:solidFill>
                  <a:srgbClr val="001080"/>
                </a:solidFill>
                <a:effectLst/>
                <a:latin typeface="Consolas" panose="020B0609020204030204" pitchFamily="49" charset="0"/>
              </a:rPr>
              <a:t>event</a:t>
            </a:r>
            <a:r>
              <a:rPr lang="en-IN" sz="1050" b="0" dirty="0" err="1">
                <a:solidFill>
                  <a:srgbClr val="000000"/>
                </a:solidFill>
                <a:effectLst/>
                <a:latin typeface="Consolas" panose="020B0609020204030204" pitchFamily="49" charset="0"/>
              </a:rPr>
              <a:t>.</a:t>
            </a:r>
            <a:r>
              <a:rPr lang="en-IN" sz="1050" b="0" dirty="0" err="1">
                <a:solidFill>
                  <a:srgbClr val="795E26"/>
                </a:solidFill>
                <a:effectLst/>
                <a:latin typeface="Consolas" panose="020B0609020204030204" pitchFamily="49" charset="0"/>
              </a:rPr>
              <a:t>stopPropagation</a:t>
            </a:r>
            <a:r>
              <a:rPr lang="en-IN" sz="1050" b="0" dirty="0">
                <a:solidFill>
                  <a:srgbClr val="000000"/>
                </a:solidFill>
                <a:effectLst/>
                <a:latin typeface="Consolas" panose="020B0609020204030204" pitchFamily="49" charset="0"/>
              </a:rPr>
              <a:t>();</a:t>
            </a:r>
          </a:p>
          <a:p>
            <a:r>
              <a:rPr lang="en-IN" sz="1050" b="0" dirty="0">
                <a:solidFill>
                  <a:srgbClr val="000000"/>
                </a:solidFill>
                <a:effectLst/>
                <a:latin typeface="Consolas" panose="020B0609020204030204" pitchFamily="49" charset="0"/>
              </a:rPr>
              <a:t>    }</a:t>
            </a:r>
          </a:p>
          <a:p>
            <a:br>
              <a:rPr lang="en-IN" sz="1050" b="0" dirty="0">
                <a:solidFill>
                  <a:srgbClr val="000000"/>
                </a:solidFill>
                <a:effectLst/>
                <a:latin typeface="Consolas" panose="020B0609020204030204" pitchFamily="49" charset="0"/>
              </a:rPr>
            </a:br>
            <a:r>
              <a:rPr lang="en-IN" sz="1050" b="0" dirty="0">
                <a:solidFill>
                  <a:srgbClr val="000000"/>
                </a:solidFill>
                <a:effectLst/>
                <a:latin typeface="Consolas" panose="020B0609020204030204" pitchFamily="49" charset="0"/>
              </a:rPr>
              <a:t>    </a:t>
            </a:r>
            <a:r>
              <a:rPr lang="en-IN" sz="1050" b="0" dirty="0" err="1">
                <a:solidFill>
                  <a:srgbClr val="795E26"/>
                </a:solidFill>
                <a:effectLst/>
                <a:latin typeface="Consolas" panose="020B0609020204030204" pitchFamily="49" charset="0"/>
              </a:rPr>
              <a:t>setValidated</a:t>
            </a:r>
            <a:r>
              <a:rPr lang="en-IN" sz="1050" b="0" dirty="0">
                <a:solidFill>
                  <a:srgbClr val="000000"/>
                </a:solidFill>
                <a:effectLst/>
                <a:latin typeface="Consolas" panose="020B0609020204030204" pitchFamily="49" charset="0"/>
              </a:rPr>
              <a:t>(</a:t>
            </a:r>
            <a:r>
              <a:rPr lang="en-IN" sz="1050" b="0" dirty="0">
                <a:solidFill>
                  <a:srgbClr val="0000FF"/>
                </a:solidFill>
                <a:effectLst/>
                <a:latin typeface="Consolas" panose="020B0609020204030204" pitchFamily="49" charset="0"/>
              </a:rPr>
              <a:t>true</a:t>
            </a:r>
            <a:r>
              <a:rPr lang="en-IN" sz="1050" b="0" dirty="0">
                <a:solidFill>
                  <a:srgbClr val="000000"/>
                </a:solidFill>
                <a:effectLst/>
                <a:latin typeface="Consolas" panose="020B0609020204030204" pitchFamily="49" charset="0"/>
              </a:rPr>
              <a:t>);</a:t>
            </a:r>
          </a:p>
          <a:p>
            <a:r>
              <a:rPr lang="en-IN" sz="1050" b="0" dirty="0">
                <a:solidFill>
                  <a:srgbClr val="000000"/>
                </a:solidFill>
                <a:effectLst/>
                <a:latin typeface="Consolas" panose="020B0609020204030204" pitchFamily="49" charset="0"/>
              </a:rPr>
              <a:t>  };</a:t>
            </a:r>
          </a:p>
          <a:p>
            <a:br>
              <a:rPr lang="en-IN" sz="1050" b="0" dirty="0">
                <a:solidFill>
                  <a:srgbClr val="000000"/>
                </a:solidFill>
                <a:effectLst/>
                <a:latin typeface="Consolas" panose="020B0609020204030204" pitchFamily="49" charset="0"/>
              </a:rPr>
            </a:br>
            <a:r>
              <a:rPr lang="en-IN" sz="1050" b="0" dirty="0">
                <a:solidFill>
                  <a:srgbClr val="000000"/>
                </a:solidFill>
                <a:effectLst/>
                <a:latin typeface="Consolas" panose="020B0609020204030204" pitchFamily="49" charset="0"/>
              </a:rPr>
              <a:t>  </a:t>
            </a:r>
            <a:r>
              <a:rPr lang="en-IN" sz="1050" b="0" dirty="0">
                <a:solidFill>
                  <a:srgbClr val="AF00DB"/>
                </a:solidFill>
                <a:effectLst/>
                <a:latin typeface="Consolas" panose="020B0609020204030204" pitchFamily="49" charset="0"/>
              </a:rPr>
              <a:t>return</a:t>
            </a:r>
            <a:r>
              <a:rPr lang="en-IN" sz="1050" b="0" dirty="0">
                <a:solidFill>
                  <a:srgbClr val="000000"/>
                </a:solidFill>
                <a:effectLst/>
                <a:latin typeface="Consolas" panose="020B0609020204030204" pitchFamily="49" charset="0"/>
              </a:rPr>
              <a:t> (</a:t>
            </a: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a:solidFill>
                  <a:srgbClr val="267F99"/>
                </a:solidFill>
                <a:effectLst/>
                <a:latin typeface="Consolas" panose="020B0609020204030204" pitchFamily="49" charset="0"/>
              </a:rPr>
              <a:t>Form</a:t>
            </a:r>
            <a:r>
              <a:rPr lang="en-IN" sz="1050" b="0" dirty="0">
                <a:solidFill>
                  <a:srgbClr val="000000"/>
                </a:solidFill>
                <a:effectLst/>
                <a:latin typeface="Consolas" panose="020B0609020204030204" pitchFamily="49" charset="0"/>
              </a:rPr>
              <a:t> </a:t>
            </a:r>
            <a:r>
              <a:rPr lang="en-IN" sz="1050" b="0" dirty="0" err="1">
                <a:solidFill>
                  <a:srgbClr val="E50000"/>
                </a:solidFill>
                <a:effectLst/>
                <a:latin typeface="Consolas" panose="020B0609020204030204" pitchFamily="49" charset="0"/>
              </a:rPr>
              <a:t>noValidate</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validated</a:t>
            </a:r>
            <a:r>
              <a:rPr lang="en-IN" sz="1050" b="0" dirty="0">
                <a:solidFill>
                  <a:srgbClr val="000000"/>
                </a:solidFill>
                <a:effectLst/>
                <a:latin typeface="Consolas" panose="020B0609020204030204" pitchFamily="49" charset="0"/>
              </a:rPr>
              <a:t>=</a:t>
            </a:r>
            <a:r>
              <a:rPr lang="en-IN" sz="1050" b="0" dirty="0">
                <a:solidFill>
                  <a:srgbClr val="0000FF"/>
                </a:solidFill>
                <a:effectLst/>
                <a:latin typeface="Consolas" panose="020B0609020204030204" pitchFamily="49" charset="0"/>
              </a:rPr>
              <a:t>{</a:t>
            </a:r>
            <a:r>
              <a:rPr lang="en-IN" sz="1050" b="0" dirty="0">
                <a:solidFill>
                  <a:srgbClr val="0070C1"/>
                </a:solidFill>
                <a:effectLst/>
                <a:latin typeface="Consolas" panose="020B0609020204030204" pitchFamily="49" charset="0"/>
              </a:rPr>
              <a:t>validated</a:t>
            </a:r>
            <a:r>
              <a:rPr lang="en-IN" sz="1050" b="0" dirty="0">
                <a:solidFill>
                  <a:srgbClr val="0000FF"/>
                </a:solidFill>
                <a:effectLst/>
                <a:latin typeface="Consolas" panose="020B0609020204030204" pitchFamily="49" charset="0"/>
              </a:rPr>
              <a:t>}</a:t>
            </a:r>
            <a:r>
              <a:rPr lang="en-IN" sz="1050" b="0" dirty="0">
                <a:solidFill>
                  <a:srgbClr val="000000"/>
                </a:solidFill>
                <a:effectLst/>
                <a:latin typeface="Consolas" panose="020B0609020204030204" pitchFamily="49" charset="0"/>
              </a:rPr>
              <a:t> </a:t>
            </a:r>
            <a:r>
              <a:rPr lang="en-IN" sz="1050" b="0" dirty="0" err="1">
                <a:solidFill>
                  <a:srgbClr val="E50000"/>
                </a:solidFill>
                <a:effectLst/>
                <a:latin typeface="Consolas" panose="020B0609020204030204" pitchFamily="49" charset="0"/>
              </a:rPr>
              <a:t>onSubmit</a:t>
            </a:r>
            <a:r>
              <a:rPr lang="en-IN" sz="1050" b="0" dirty="0">
                <a:solidFill>
                  <a:srgbClr val="000000"/>
                </a:solidFill>
                <a:effectLst/>
                <a:latin typeface="Consolas" panose="020B0609020204030204" pitchFamily="49" charset="0"/>
              </a:rPr>
              <a:t>=</a:t>
            </a:r>
            <a:r>
              <a:rPr lang="en-IN" sz="1050" b="0" dirty="0">
                <a:solidFill>
                  <a:srgbClr val="0000FF"/>
                </a:solidFill>
                <a:effectLst/>
                <a:latin typeface="Consolas" panose="020B0609020204030204" pitchFamily="49" charset="0"/>
              </a:rPr>
              <a:t>{</a:t>
            </a:r>
            <a:r>
              <a:rPr lang="en-IN" sz="1050" b="0" dirty="0" err="1">
                <a:solidFill>
                  <a:srgbClr val="795E26"/>
                </a:solidFill>
                <a:effectLst/>
                <a:latin typeface="Consolas" panose="020B0609020204030204" pitchFamily="49" charset="0"/>
              </a:rPr>
              <a:t>handleSubmit</a:t>
            </a:r>
            <a:r>
              <a:rPr lang="en-IN" sz="1050" b="0" dirty="0">
                <a:solidFill>
                  <a:srgbClr val="0000FF"/>
                </a:solidFill>
                <a:effectLst/>
                <a:latin typeface="Consolas" panose="020B0609020204030204" pitchFamily="49" charset="0"/>
              </a:rPr>
              <a:t>}</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a:solidFill>
                  <a:srgbClr val="267F99"/>
                </a:solidFill>
                <a:effectLst/>
                <a:latin typeface="Consolas" panose="020B0609020204030204" pitchFamily="49" charset="0"/>
              </a:rPr>
              <a:t>Row</a:t>
            </a:r>
            <a:r>
              <a:rPr lang="en-IN" sz="1050" b="0" dirty="0">
                <a:solidFill>
                  <a:srgbClr val="000000"/>
                </a:solidFill>
                <a:effectLst/>
                <a:latin typeface="Consolas" panose="020B0609020204030204" pitchFamily="49" charset="0"/>
              </a:rPr>
              <a:t> </a:t>
            </a:r>
            <a:r>
              <a:rPr lang="en-IN" sz="1050" b="0" dirty="0" err="1">
                <a:solidFill>
                  <a:srgbClr val="E50000"/>
                </a:solidFill>
                <a:effectLst/>
                <a:latin typeface="Consolas" panose="020B0609020204030204" pitchFamily="49" charset="0"/>
              </a:rPr>
              <a:t>className</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"mb-3"</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Form.Group</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as</a:t>
            </a:r>
            <a:r>
              <a:rPr lang="en-IN" sz="1050" b="0" dirty="0">
                <a:solidFill>
                  <a:srgbClr val="000000"/>
                </a:solidFill>
                <a:effectLst/>
                <a:latin typeface="Consolas" panose="020B0609020204030204" pitchFamily="49" charset="0"/>
              </a:rPr>
              <a:t>=</a:t>
            </a:r>
            <a:r>
              <a:rPr lang="en-IN" sz="1050" b="0" dirty="0">
                <a:solidFill>
                  <a:srgbClr val="0000FF"/>
                </a:solidFill>
                <a:effectLst/>
                <a:latin typeface="Consolas" panose="020B0609020204030204" pitchFamily="49" charset="0"/>
              </a:rPr>
              <a:t>{</a:t>
            </a:r>
            <a:r>
              <a:rPr lang="en-IN" sz="1050" b="0" dirty="0">
                <a:solidFill>
                  <a:srgbClr val="0070C1"/>
                </a:solidFill>
                <a:effectLst/>
                <a:latin typeface="Consolas" panose="020B0609020204030204" pitchFamily="49" charset="0"/>
              </a:rPr>
              <a:t>Col</a:t>
            </a:r>
            <a:r>
              <a:rPr lang="en-IN" sz="1050" b="0" dirty="0">
                <a:solidFill>
                  <a:srgbClr val="0000FF"/>
                </a:solidFill>
                <a:effectLst/>
                <a:latin typeface="Consolas" panose="020B0609020204030204" pitchFamily="49" charset="0"/>
              </a:rPr>
              <a:t>}</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md</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"4"</a:t>
            </a:r>
            <a:r>
              <a:rPr lang="en-IN" sz="1050" b="0" dirty="0">
                <a:solidFill>
                  <a:srgbClr val="000000"/>
                </a:solidFill>
                <a:effectLst/>
                <a:latin typeface="Consolas" panose="020B0609020204030204" pitchFamily="49" charset="0"/>
              </a:rPr>
              <a:t> </a:t>
            </a:r>
            <a:r>
              <a:rPr lang="en-IN" sz="1050" b="0" dirty="0" err="1">
                <a:solidFill>
                  <a:srgbClr val="E50000"/>
                </a:solidFill>
                <a:effectLst/>
                <a:latin typeface="Consolas" panose="020B0609020204030204" pitchFamily="49" charset="0"/>
              </a:rPr>
              <a:t>controlId</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"validationCustom01"</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Form.Label</a:t>
            </a:r>
            <a:r>
              <a:rPr lang="en-IN" sz="1050" b="0" dirty="0">
                <a:solidFill>
                  <a:srgbClr val="800000"/>
                </a:solidFill>
                <a:effectLst/>
                <a:latin typeface="Consolas" panose="020B0609020204030204" pitchFamily="49" charset="0"/>
              </a:rPr>
              <a:t>&gt;</a:t>
            </a:r>
            <a:r>
              <a:rPr lang="en-IN" sz="1050" b="0" dirty="0">
                <a:solidFill>
                  <a:srgbClr val="000000"/>
                </a:solidFill>
                <a:effectLst/>
                <a:latin typeface="Consolas" panose="020B0609020204030204" pitchFamily="49" charset="0"/>
              </a:rPr>
              <a:t>First name</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Form.Label</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Form.Control</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required</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type</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"text"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placeholder</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"First name"</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err="1">
                <a:solidFill>
                  <a:srgbClr val="E50000"/>
                </a:solidFill>
                <a:effectLst/>
                <a:latin typeface="Consolas" panose="020B0609020204030204" pitchFamily="49" charset="0"/>
              </a:rPr>
              <a:t>defaultValue</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"Mark"</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Form.Control.Feedback</a:t>
            </a:r>
            <a:r>
              <a:rPr lang="en-IN" sz="1050" b="0" dirty="0">
                <a:solidFill>
                  <a:srgbClr val="800000"/>
                </a:solidFill>
                <a:effectLst/>
                <a:latin typeface="Consolas" panose="020B0609020204030204" pitchFamily="49" charset="0"/>
              </a:rPr>
              <a:t>&gt;</a:t>
            </a:r>
            <a:r>
              <a:rPr lang="en-IN" sz="1050" b="0" dirty="0">
                <a:solidFill>
                  <a:srgbClr val="000000"/>
                </a:solidFill>
                <a:effectLst/>
                <a:latin typeface="Consolas" panose="020B0609020204030204" pitchFamily="49" charset="0"/>
              </a:rPr>
              <a:t>Looks good!</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Form.Control.Feedback</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Form.Group</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Form.Group</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as</a:t>
            </a:r>
            <a:r>
              <a:rPr lang="en-IN" sz="1050" b="0" dirty="0">
                <a:solidFill>
                  <a:srgbClr val="000000"/>
                </a:solidFill>
                <a:effectLst/>
                <a:latin typeface="Consolas" panose="020B0609020204030204" pitchFamily="49" charset="0"/>
              </a:rPr>
              <a:t>=</a:t>
            </a:r>
            <a:r>
              <a:rPr lang="en-IN" sz="1050" b="0" dirty="0">
                <a:solidFill>
                  <a:srgbClr val="0000FF"/>
                </a:solidFill>
                <a:effectLst/>
                <a:latin typeface="Consolas" panose="020B0609020204030204" pitchFamily="49" charset="0"/>
              </a:rPr>
              <a:t>{</a:t>
            </a:r>
            <a:r>
              <a:rPr lang="en-IN" sz="1050" b="0" dirty="0">
                <a:solidFill>
                  <a:srgbClr val="0070C1"/>
                </a:solidFill>
                <a:effectLst/>
                <a:latin typeface="Consolas" panose="020B0609020204030204" pitchFamily="49" charset="0"/>
              </a:rPr>
              <a:t>Col</a:t>
            </a:r>
            <a:r>
              <a:rPr lang="en-IN" sz="1050" b="0" dirty="0">
                <a:solidFill>
                  <a:srgbClr val="0000FF"/>
                </a:solidFill>
                <a:effectLst/>
                <a:latin typeface="Consolas" panose="020B0609020204030204" pitchFamily="49" charset="0"/>
              </a:rPr>
              <a:t>}</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md</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"4"</a:t>
            </a:r>
            <a:r>
              <a:rPr lang="en-IN" sz="1050" b="0" dirty="0">
                <a:solidFill>
                  <a:srgbClr val="000000"/>
                </a:solidFill>
                <a:effectLst/>
                <a:latin typeface="Consolas" panose="020B0609020204030204" pitchFamily="49" charset="0"/>
              </a:rPr>
              <a:t> </a:t>
            </a:r>
            <a:r>
              <a:rPr lang="en-IN" sz="1050" b="0" dirty="0" err="1">
                <a:solidFill>
                  <a:srgbClr val="E50000"/>
                </a:solidFill>
                <a:effectLst/>
                <a:latin typeface="Consolas" panose="020B0609020204030204" pitchFamily="49" charset="0"/>
              </a:rPr>
              <a:t>controlId</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"validationCustom02"</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Form.Label</a:t>
            </a:r>
            <a:r>
              <a:rPr lang="en-IN" sz="1050" b="0" dirty="0">
                <a:solidFill>
                  <a:srgbClr val="800000"/>
                </a:solidFill>
                <a:effectLst/>
                <a:latin typeface="Consolas" panose="020B0609020204030204" pitchFamily="49" charset="0"/>
              </a:rPr>
              <a:t>&gt;</a:t>
            </a:r>
            <a:r>
              <a:rPr lang="en-IN" sz="1050" b="0" dirty="0">
                <a:solidFill>
                  <a:srgbClr val="000000"/>
                </a:solidFill>
                <a:effectLst/>
                <a:latin typeface="Consolas" panose="020B0609020204030204" pitchFamily="49" charset="0"/>
              </a:rPr>
              <a:t>Last name</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Form.Label</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Form.Control</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required</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type</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"text"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placeholder</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"Last name"</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err="1">
                <a:solidFill>
                  <a:srgbClr val="E50000"/>
                </a:solidFill>
                <a:effectLst/>
                <a:latin typeface="Consolas" panose="020B0609020204030204" pitchFamily="49" charset="0"/>
              </a:rPr>
              <a:t>defaultValue</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"Otto"</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p>
        </p:txBody>
      </p:sp>
      <p:sp>
        <p:nvSpPr>
          <p:cNvPr id="5" name="Rectangle 4"/>
          <p:cNvSpPr/>
          <p:nvPr/>
        </p:nvSpPr>
        <p:spPr>
          <a:xfrm>
            <a:off x="5421745" y="0"/>
            <a:ext cx="6899563" cy="8979381"/>
          </a:xfrm>
          <a:prstGeom prst="rect">
            <a:avLst/>
          </a:prstGeom>
        </p:spPr>
        <p:txBody>
          <a:bodyPr wrap="square">
            <a:spAutoFit/>
          </a:bodyPr>
          <a:lstStyle/>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Form.Control.Feedback</a:t>
            </a:r>
            <a:r>
              <a:rPr lang="en-IN" sz="1050" b="0" dirty="0">
                <a:solidFill>
                  <a:srgbClr val="800000"/>
                </a:solidFill>
                <a:effectLst/>
                <a:latin typeface="Consolas" panose="020B0609020204030204" pitchFamily="49" charset="0"/>
              </a:rPr>
              <a:t>&gt;</a:t>
            </a:r>
            <a:r>
              <a:rPr lang="en-IN" sz="1050" b="0" dirty="0">
                <a:solidFill>
                  <a:srgbClr val="000000"/>
                </a:solidFill>
                <a:effectLst/>
                <a:latin typeface="Consolas" panose="020B0609020204030204" pitchFamily="49" charset="0"/>
              </a:rPr>
              <a:t>Looks good!</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Form.Control.Feedback</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Form.Group</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Form.Group</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as</a:t>
            </a:r>
            <a:r>
              <a:rPr lang="en-IN" sz="1050" b="0" dirty="0">
                <a:solidFill>
                  <a:srgbClr val="000000"/>
                </a:solidFill>
                <a:effectLst/>
                <a:latin typeface="Consolas" panose="020B0609020204030204" pitchFamily="49" charset="0"/>
              </a:rPr>
              <a:t>=</a:t>
            </a:r>
            <a:r>
              <a:rPr lang="en-IN" sz="1050" b="0" dirty="0">
                <a:solidFill>
                  <a:srgbClr val="0000FF"/>
                </a:solidFill>
                <a:effectLst/>
                <a:latin typeface="Consolas" panose="020B0609020204030204" pitchFamily="49" charset="0"/>
              </a:rPr>
              <a:t>{</a:t>
            </a:r>
            <a:r>
              <a:rPr lang="en-IN" sz="1050" b="0" dirty="0">
                <a:solidFill>
                  <a:srgbClr val="0070C1"/>
                </a:solidFill>
                <a:effectLst/>
                <a:latin typeface="Consolas" panose="020B0609020204030204" pitchFamily="49" charset="0"/>
              </a:rPr>
              <a:t>Col</a:t>
            </a:r>
            <a:r>
              <a:rPr lang="en-IN" sz="1050" b="0" dirty="0">
                <a:solidFill>
                  <a:srgbClr val="0000FF"/>
                </a:solidFill>
                <a:effectLst/>
                <a:latin typeface="Consolas" panose="020B0609020204030204" pitchFamily="49" charset="0"/>
              </a:rPr>
              <a:t>}</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md</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"4"</a:t>
            </a:r>
            <a:r>
              <a:rPr lang="en-IN" sz="1050" b="0" dirty="0">
                <a:solidFill>
                  <a:srgbClr val="000000"/>
                </a:solidFill>
                <a:effectLst/>
                <a:latin typeface="Consolas" panose="020B0609020204030204" pitchFamily="49" charset="0"/>
              </a:rPr>
              <a:t> </a:t>
            </a:r>
            <a:r>
              <a:rPr lang="en-IN" sz="1050" b="0" dirty="0" err="1">
                <a:solidFill>
                  <a:srgbClr val="E50000"/>
                </a:solidFill>
                <a:effectLst/>
                <a:latin typeface="Consolas" panose="020B0609020204030204" pitchFamily="49" charset="0"/>
              </a:rPr>
              <a:t>controlId</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a:t>
            </a:r>
            <a:r>
              <a:rPr lang="en-IN" sz="1050" b="0" dirty="0" err="1">
                <a:solidFill>
                  <a:srgbClr val="A31515"/>
                </a:solidFill>
                <a:effectLst/>
                <a:latin typeface="Consolas" panose="020B0609020204030204" pitchFamily="49" charset="0"/>
              </a:rPr>
              <a:t>validationCustomUsername</a:t>
            </a:r>
            <a:r>
              <a:rPr lang="en-IN" sz="1050" b="0" dirty="0">
                <a:solidFill>
                  <a:srgbClr val="A31515"/>
                </a:solidFill>
                <a:effectLst/>
                <a:latin typeface="Consolas" panose="020B0609020204030204" pitchFamily="49" charset="0"/>
              </a:rPr>
              <a:t>"</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Form.Label</a:t>
            </a:r>
            <a:r>
              <a:rPr lang="en-IN" sz="1050" b="0" dirty="0">
                <a:solidFill>
                  <a:srgbClr val="800000"/>
                </a:solidFill>
                <a:effectLst/>
                <a:latin typeface="Consolas" panose="020B0609020204030204" pitchFamily="49" charset="0"/>
              </a:rPr>
              <a:t>&gt;</a:t>
            </a:r>
            <a:r>
              <a:rPr lang="en-IN" sz="1050" b="0" dirty="0">
                <a:solidFill>
                  <a:srgbClr val="000000"/>
                </a:solidFill>
                <a:effectLst/>
                <a:latin typeface="Consolas" panose="020B0609020204030204" pitchFamily="49" charset="0"/>
              </a:rPr>
              <a:t>Username</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Form.Label</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InputGroup</a:t>
            </a:r>
            <a:r>
              <a:rPr lang="en-IN" sz="1050" b="0" dirty="0">
                <a:solidFill>
                  <a:srgbClr val="000000"/>
                </a:solidFill>
                <a:effectLst/>
                <a:latin typeface="Consolas" panose="020B0609020204030204" pitchFamily="49" charset="0"/>
              </a:rPr>
              <a:t> </a:t>
            </a:r>
            <a:r>
              <a:rPr lang="en-IN" sz="1050" b="0" dirty="0" err="1">
                <a:solidFill>
                  <a:srgbClr val="E50000"/>
                </a:solidFill>
                <a:effectLst/>
                <a:latin typeface="Consolas" panose="020B0609020204030204" pitchFamily="49" charset="0"/>
              </a:rPr>
              <a:t>hasValidation</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InputGroup.Text</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id</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a:t>
            </a:r>
            <a:r>
              <a:rPr lang="en-IN" sz="1050" b="0" dirty="0" err="1">
                <a:solidFill>
                  <a:srgbClr val="A31515"/>
                </a:solidFill>
                <a:effectLst/>
                <a:latin typeface="Consolas" panose="020B0609020204030204" pitchFamily="49" charset="0"/>
              </a:rPr>
              <a:t>inputGroupPrepend</a:t>
            </a:r>
            <a:r>
              <a:rPr lang="en-IN" sz="1050" b="0" dirty="0">
                <a:solidFill>
                  <a:srgbClr val="A31515"/>
                </a:solidFill>
                <a:effectLst/>
                <a:latin typeface="Consolas" panose="020B0609020204030204" pitchFamily="49" charset="0"/>
              </a:rPr>
              <a:t>"</a:t>
            </a:r>
            <a:r>
              <a:rPr lang="en-IN" sz="1050" b="0" dirty="0">
                <a:solidFill>
                  <a:srgbClr val="800000"/>
                </a:solidFill>
                <a:effectLst/>
                <a:latin typeface="Consolas" panose="020B0609020204030204" pitchFamily="49" charset="0"/>
              </a:rPr>
              <a:t>&gt;</a:t>
            </a:r>
            <a:r>
              <a:rPr lang="en-IN" sz="1050" b="0" dirty="0">
                <a:solidFill>
                  <a:srgbClr val="000000"/>
                </a:solidFill>
                <a:effectLst/>
                <a:latin typeface="Consolas" panose="020B0609020204030204" pitchFamily="49" charset="0"/>
              </a:rPr>
              <a:t>@</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InputGroup.Text</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Form.Control</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type</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"text"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placeholder</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"Username"</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aria-</a:t>
            </a:r>
            <a:r>
              <a:rPr lang="en-IN" sz="1050" b="0" dirty="0" err="1">
                <a:solidFill>
                  <a:srgbClr val="E50000"/>
                </a:solidFill>
                <a:effectLst/>
                <a:latin typeface="Consolas" panose="020B0609020204030204" pitchFamily="49" charset="0"/>
              </a:rPr>
              <a:t>describedby</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a:t>
            </a:r>
            <a:r>
              <a:rPr lang="en-IN" sz="1050" b="0" dirty="0" err="1">
                <a:solidFill>
                  <a:srgbClr val="A31515"/>
                </a:solidFill>
                <a:effectLst/>
                <a:latin typeface="Consolas" panose="020B0609020204030204" pitchFamily="49" charset="0"/>
              </a:rPr>
              <a:t>inputGroupPrepend</a:t>
            </a:r>
            <a:r>
              <a:rPr lang="en-IN" sz="1050" b="0" dirty="0">
                <a:solidFill>
                  <a:srgbClr val="A31515"/>
                </a:solidFill>
                <a:effectLst/>
                <a:latin typeface="Consolas" panose="020B0609020204030204" pitchFamily="49" charset="0"/>
              </a:rPr>
              <a: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required</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Form.Control.Feedback</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type</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"invalid"</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Please choose a username.</a:t>
            </a: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Form.Control.Feedback</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InputGroup</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Form.Group</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a:solidFill>
                  <a:srgbClr val="267F99"/>
                </a:solidFill>
                <a:effectLst/>
                <a:latin typeface="Consolas" panose="020B0609020204030204" pitchFamily="49" charset="0"/>
              </a:rPr>
              <a:t>Row</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a:solidFill>
                  <a:srgbClr val="267F99"/>
                </a:solidFill>
                <a:effectLst/>
                <a:latin typeface="Consolas" panose="020B0609020204030204" pitchFamily="49" charset="0"/>
              </a:rPr>
              <a:t>Row</a:t>
            </a:r>
            <a:r>
              <a:rPr lang="en-IN" sz="1050" b="0" dirty="0">
                <a:solidFill>
                  <a:srgbClr val="000000"/>
                </a:solidFill>
                <a:effectLst/>
                <a:latin typeface="Consolas" panose="020B0609020204030204" pitchFamily="49" charset="0"/>
              </a:rPr>
              <a:t> </a:t>
            </a:r>
            <a:r>
              <a:rPr lang="en-IN" sz="1050" b="0" dirty="0" err="1">
                <a:solidFill>
                  <a:srgbClr val="E50000"/>
                </a:solidFill>
                <a:effectLst/>
                <a:latin typeface="Consolas" panose="020B0609020204030204" pitchFamily="49" charset="0"/>
              </a:rPr>
              <a:t>className</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"mb-3"</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Form.Group</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as</a:t>
            </a:r>
            <a:r>
              <a:rPr lang="en-IN" sz="1050" b="0" dirty="0">
                <a:solidFill>
                  <a:srgbClr val="000000"/>
                </a:solidFill>
                <a:effectLst/>
                <a:latin typeface="Consolas" panose="020B0609020204030204" pitchFamily="49" charset="0"/>
              </a:rPr>
              <a:t>=</a:t>
            </a:r>
            <a:r>
              <a:rPr lang="en-IN" sz="1050" b="0" dirty="0">
                <a:solidFill>
                  <a:srgbClr val="0000FF"/>
                </a:solidFill>
                <a:effectLst/>
                <a:latin typeface="Consolas" panose="020B0609020204030204" pitchFamily="49" charset="0"/>
              </a:rPr>
              <a:t>{</a:t>
            </a:r>
            <a:r>
              <a:rPr lang="en-IN" sz="1050" b="0" dirty="0">
                <a:solidFill>
                  <a:srgbClr val="0070C1"/>
                </a:solidFill>
                <a:effectLst/>
                <a:latin typeface="Consolas" panose="020B0609020204030204" pitchFamily="49" charset="0"/>
              </a:rPr>
              <a:t>Col</a:t>
            </a:r>
            <a:r>
              <a:rPr lang="en-IN" sz="1050" b="0" dirty="0">
                <a:solidFill>
                  <a:srgbClr val="0000FF"/>
                </a:solidFill>
                <a:effectLst/>
                <a:latin typeface="Consolas" panose="020B0609020204030204" pitchFamily="49" charset="0"/>
              </a:rPr>
              <a:t>}</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md</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"6"</a:t>
            </a:r>
            <a:r>
              <a:rPr lang="en-IN" sz="1050" b="0" dirty="0">
                <a:solidFill>
                  <a:srgbClr val="000000"/>
                </a:solidFill>
                <a:effectLst/>
                <a:latin typeface="Consolas" panose="020B0609020204030204" pitchFamily="49" charset="0"/>
              </a:rPr>
              <a:t> </a:t>
            </a:r>
            <a:r>
              <a:rPr lang="en-IN" sz="1050" b="0" dirty="0" err="1">
                <a:solidFill>
                  <a:srgbClr val="E50000"/>
                </a:solidFill>
                <a:effectLst/>
                <a:latin typeface="Consolas" panose="020B0609020204030204" pitchFamily="49" charset="0"/>
              </a:rPr>
              <a:t>controlId</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"validationCustom03"</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Form.Label</a:t>
            </a:r>
            <a:r>
              <a:rPr lang="en-IN" sz="1050" b="0" dirty="0">
                <a:solidFill>
                  <a:srgbClr val="800000"/>
                </a:solidFill>
                <a:effectLst/>
                <a:latin typeface="Consolas" panose="020B0609020204030204" pitchFamily="49" charset="0"/>
              </a:rPr>
              <a:t>&gt;</a:t>
            </a:r>
            <a:r>
              <a:rPr lang="en-IN" sz="1050" b="0" dirty="0">
                <a:solidFill>
                  <a:srgbClr val="000000"/>
                </a:solidFill>
                <a:effectLst/>
                <a:latin typeface="Consolas" panose="020B0609020204030204" pitchFamily="49" charset="0"/>
              </a:rPr>
              <a:t>City</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Form.Label</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Form.Control</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type</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"text"</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placeholder</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"City"</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required</a:t>
            </a:r>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Form.Control.Feedback</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type</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"invalid"</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Please provide a valid city.</a:t>
            </a: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Form.Control.Feedback</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Form.Group</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Form.Group</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as</a:t>
            </a:r>
            <a:r>
              <a:rPr lang="en-IN" sz="1050" b="0" dirty="0">
                <a:solidFill>
                  <a:srgbClr val="000000"/>
                </a:solidFill>
                <a:effectLst/>
                <a:latin typeface="Consolas" panose="020B0609020204030204" pitchFamily="49" charset="0"/>
              </a:rPr>
              <a:t>=</a:t>
            </a:r>
            <a:r>
              <a:rPr lang="en-IN" sz="1050" b="0" dirty="0">
                <a:solidFill>
                  <a:srgbClr val="0000FF"/>
                </a:solidFill>
                <a:effectLst/>
                <a:latin typeface="Consolas" panose="020B0609020204030204" pitchFamily="49" charset="0"/>
              </a:rPr>
              <a:t>{</a:t>
            </a:r>
            <a:r>
              <a:rPr lang="en-IN" sz="1050" b="0" dirty="0">
                <a:solidFill>
                  <a:srgbClr val="0070C1"/>
                </a:solidFill>
                <a:effectLst/>
                <a:latin typeface="Consolas" panose="020B0609020204030204" pitchFamily="49" charset="0"/>
              </a:rPr>
              <a:t>Col</a:t>
            </a:r>
            <a:r>
              <a:rPr lang="en-IN" sz="1050" b="0" dirty="0">
                <a:solidFill>
                  <a:srgbClr val="0000FF"/>
                </a:solidFill>
                <a:effectLst/>
                <a:latin typeface="Consolas" panose="020B0609020204030204" pitchFamily="49" charset="0"/>
              </a:rPr>
              <a:t>}</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md</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"3"</a:t>
            </a:r>
            <a:r>
              <a:rPr lang="en-IN" sz="1050" b="0" dirty="0">
                <a:solidFill>
                  <a:srgbClr val="000000"/>
                </a:solidFill>
                <a:effectLst/>
                <a:latin typeface="Consolas" panose="020B0609020204030204" pitchFamily="49" charset="0"/>
              </a:rPr>
              <a:t> </a:t>
            </a:r>
            <a:r>
              <a:rPr lang="en-IN" sz="1050" b="0" dirty="0" err="1">
                <a:solidFill>
                  <a:srgbClr val="E50000"/>
                </a:solidFill>
                <a:effectLst/>
                <a:latin typeface="Consolas" panose="020B0609020204030204" pitchFamily="49" charset="0"/>
              </a:rPr>
              <a:t>controlId</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"validationCustom04"</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Form.Label</a:t>
            </a:r>
            <a:r>
              <a:rPr lang="en-IN" sz="1050" b="0" dirty="0">
                <a:solidFill>
                  <a:srgbClr val="800000"/>
                </a:solidFill>
                <a:effectLst/>
                <a:latin typeface="Consolas" panose="020B0609020204030204" pitchFamily="49" charset="0"/>
              </a:rPr>
              <a:t>&gt;</a:t>
            </a:r>
            <a:r>
              <a:rPr lang="en-IN" sz="1050" b="0" dirty="0">
                <a:solidFill>
                  <a:srgbClr val="000000"/>
                </a:solidFill>
                <a:effectLst/>
                <a:latin typeface="Consolas" panose="020B0609020204030204" pitchFamily="49" charset="0"/>
              </a:rPr>
              <a:t>State</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Form.Label</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Form.Control</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type</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"text"</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placeholder</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"State"</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required</a:t>
            </a:r>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Form.Control.Feedback</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type</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"invalid"</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Please provide a valid state.</a:t>
            </a: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Form.Control.Feedback</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Form.Group</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Form.Group</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as</a:t>
            </a:r>
            <a:r>
              <a:rPr lang="en-IN" sz="1050" b="0" dirty="0">
                <a:solidFill>
                  <a:srgbClr val="000000"/>
                </a:solidFill>
                <a:effectLst/>
                <a:latin typeface="Consolas" panose="020B0609020204030204" pitchFamily="49" charset="0"/>
              </a:rPr>
              <a:t>=</a:t>
            </a:r>
            <a:r>
              <a:rPr lang="en-IN" sz="1050" b="0" dirty="0">
                <a:solidFill>
                  <a:srgbClr val="0000FF"/>
                </a:solidFill>
                <a:effectLst/>
                <a:latin typeface="Consolas" panose="020B0609020204030204" pitchFamily="49" charset="0"/>
              </a:rPr>
              <a:t>{</a:t>
            </a:r>
            <a:r>
              <a:rPr lang="en-IN" sz="1050" b="0" dirty="0">
                <a:solidFill>
                  <a:srgbClr val="0070C1"/>
                </a:solidFill>
                <a:effectLst/>
                <a:latin typeface="Consolas" panose="020B0609020204030204" pitchFamily="49" charset="0"/>
              </a:rPr>
              <a:t>Col</a:t>
            </a:r>
            <a:r>
              <a:rPr lang="en-IN" sz="1050" b="0" dirty="0">
                <a:solidFill>
                  <a:srgbClr val="0000FF"/>
                </a:solidFill>
                <a:effectLst/>
                <a:latin typeface="Consolas" panose="020B0609020204030204" pitchFamily="49" charset="0"/>
              </a:rPr>
              <a:t>}</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md</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"3"</a:t>
            </a:r>
            <a:r>
              <a:rPr lang="en-IN" sz="1050" b="0" dirty="0">
                <a:solidFill>
                  <a:srgbClr val="000000"/>
                </a:solidFill>
                <a:effectLst/>
                <a:latin typeface="Consolas" panose="020B0609020204030204" pitchFamily="49" charset="0"/>
              </a:rPr>
              <a:t> </a:t>
            </a:r>
            <a:r>
              <a:rPr lang="en-IN" sz="1050" b="0" dirty="0" err="1">
                <a:solidFill>
                  <a:srgbClr val="E50000"/>
                </a:solidFill>
                <a:effectLst/>
                <a:latin typeface="Consolas" panose="020B0609020204030204" pitchFamily="49" charset="0"/>
              </a:rPr>
              <a:t>controlId</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"validationCustom05"</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Form.Label</a:t>
            </a:r>
            <a:r>
              <a:rPr lang="en-IN" sz="1050" b="0" dirty="0">
                <a:solidFill>
                  <a:srgbClr val="800000"/>
                </a:solidFill>
                <a:effectLst/>
                <a:latin typeface="Consolas" panose="020B0609020204030204" pitchFamily="49" charset="0"/>
              </a:rPr>
              <a:t>&gt;</a:t>
            </a:r>
            <a:r>
              <a:rPr lang="en-IN" sz="1050" b="0" dirty="0">
                <a:solidFill>
                  <a:srgbClr val="000000"/>
                </a:solidFill>
                <a:effectLst/>
                <a:latin typeface="Consolas" panose="020B0609020204030204" pitchFamily="49" charset="0"/>
              </a:rPr>
              <a:t>Zip</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Form.Label</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Form.Control</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type</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"text"</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placeholder</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"Zip"</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required</a:t>
            </a:r>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Form.Control.Feedback</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type</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"invalid"</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Please provide a valid zip.</a:t>
            </a: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Form.Control.Feedback</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Form.Group</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a:solidFill>
                  <a:srgbClr val="267F99"/>
                </a:solidFill>
                <a:effectLst/>
                <a:latin typeface="Consolas" panose="020B0609020204030204" pitchFamily="49" charset="0"/>
              </a:rPr>
              <a:t>Row</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Form.Group</a:t>
            </a:r>
            <a:r>
              <a:rPr lang="en-IN" sz="1050" b="0" dirty="0">
                <a:solidFill>
                  <a:srgbClr val="000000"/>
                </a:solidFill>
                <a:effectLst/>
                <a:latin typeface="Consolas" panose="020B0609020204030204" pitchFamily="49" charset="0"/>
              </a:rPr>
              <a:t> </a:t>
            </a:r>
            <a:r>
              <a:rPr lang="en-IN" sz="1050" b="0" dirty="0" err="1">
                <a:solidFill>
                  <a:srgbClr val="E50000"/>
                </a:solidFill>
                <a:effectLst/>
                <a:latin typeface="Consolas" panose="020B0609020204030204" pitchFamily="49" charset="0"/>
              </a:rPr>
              <a:t>className</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"mb-3"</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Form.Check</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required</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label</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"Agree to terms and conditions"</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feedback</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"You must agree before submitting."</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err="1">
                <a:solidFill>
                  <a:srgbClr val="E50000"/>
                </a:solidFill>
                <a:effectLst/>
                <a:latin typeface="Consolas" panose="020B0609020204030204" pitchFamily="49" charset="0"/>
              </a:rPr>
              <a:t>feedbackType</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"invalid"</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err="1">
                <a:solidFill>
                  <a:srgbClr val="267F99"/>
                </a:solidFill>
                <a:effectLst/>
                <a:latin typeface="Consolas" panose="020B0609020204030204" pitchFamily="49" charset="0"/>
              </a:rPr>
              <a:t>Form.Group</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a:solidFill>
                  <a:srgbClr val="267F99"/>
                </a:solidFill>
                <a:effectLst/>
                <a:latin typeface="Consolas" panose="020B0609020204030204" pitchFamily="49" charset="0"/>
              </a:rPr>
              <a:t>Button</a:t>
            </a:r>
            <a:r>
              <a:rPr lang="en-IN" sz="1050" b="0" dirty="0">
                <a:solidFill>
                  <a:srgbClr val="000000"/>
                </a:solidFill>
                <a:effectLst/>
                <a:latin typeface="Consolas" panose="020B0609020204030204" pitchFamily="49" charset="0"/>
              </a:rPr>
              <a:t> </a:t>
            </a:r>
            <a:r>
              <a:rPr lang="en-IN" sz="1050" b="0" dirty="0">
                <a:solidFill>
                  <a:srgbClr val="E50000"/>
                </a:solidFill>
                <a:effectLst/>
                <a:latin typeface="Consolas" panose="020B0609020204030204" pitchFamily="49" charset="0"/>
              </a:rPr>
              <a:t>type</a:t>
            </a:r>
            <a:r>
              <a:rPr lang="en-IN" sz="1050" b="0" dirty="0">
                <a:solidFill>
                  <a:srgbClr val="000000"/>
                </a:solidFill>
                <a:effectLst/>
                <a:latin typeface="Consolas" panose="020B0609020204030204" pitchFamily="49" charset="0"/>
              </a:rPr>
              <a:t>=</a:t>
            </a:r>
            <a:r>
              <a:rPr lang="en-IN" sz="1050" b="0" dirty="0">
                <a:solidFill>
                  <a:srgbClr val="A31515"/>
                </a:solidFill>
                <a:effectLst/>
                <a:latin typeface="Consolas" panose="020B0609020204030204" pitchFamily="49" charset="0"/>
              </a:rPr>
              <a:t>"submit"</a:t>
            </a:r>
            <a:r>
              <a:rPr lang="en-IN" sz="1050" b="0" dirty="0">
                <a:solidFill>
                  <a:srgbClr val="800000"/>
                </a:solidFill>
                <a:effectLst/>
                <a:latin typeface="Consolas" panose="020B0609020204030204" pitchFamily="49" charset="0"/>
              </a:rPr>
              <a:t>&gt;</a:t>
            </a:r>
            <a:r>
              <a:rPr lang="en-IN" sz="1050" b="0" dirty="0">
                <a:solidFill>
                  <a:srgbClr val="000000"/>
                </a:solidFill>
                <a:effectLst/>
                <a:latin typeface="Consolas" panose="020B0609020204030204" pitchFamily="49" charset="0"/>
              </a:rPr>
              <a:t>Submit form</a:t>
            </a:r>
            <a:r>
              <a:rPr lang="en-IN" sz="1050" b="0" dirty="0">
                <a:solidFill>
                  <a:srgbClr val="800000"/>
                </a:solidFill>
                <a:effectLst/>
                <a:latin typeface="Consolas" panose="020B0609020204030204" pitchFamily="49" charset="0"/>
              </a:rPr>
              <a:t>&lt;/</a:t>
            </a:r>
            <a:r>
              <a:rPr lang="en-IN" sz="1050" b="0" dirty="0">
                <a:solidFill>
                  <a:srgbClr val="267F99"/>
                </a:solidFill>
                <a:effectLst/>
                <a:latin typeface="Consolas" panose="020B0609020204030204" pitchFamily="49" charset="0"/>
              </a:rPr>
              <a:t>Button</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r>
              <a:rPr lang="en-IN" sz="1050" b="0" dirty="0">
                <a:solidFill>
                  <a:srgbClr val="800000"/>
                </a:solidFill>
                <a:effectLst/>
                <a:latin typeface="Consolas" panose="020B0609020204030204" pitchFamily="49" charset="0"/>
              </a:rPr>
              <a:t>&lt;/</a:t>
            </a:r>
            <a:r>
              <a:rPr lang="en-IN" sz="1050" b="0" dirty="0">
                <a:solidFill>
                  <a:srgbClr val="267F99"/>
                </a:solidFill>
                <a:effectLst/>
                <a:latin typeface="Consolas" panose="020B0609020204030204" pitchFamily="49" charset="0"/>
              </a:rPr>
              <a:t>Form</a:t>
            </a:r>
            <a:r>
              <a:rPr lang="en-IN" sz="1050" b="0" dirty="0">
                <a:solidFill>
                  <a:srgbClr val="800000"/>
                </a:solidFill>
                <a:effectLst/>
                <a:latin typeface="Consolas" panose="020B0609020204030204" pitchFamily="49" charset="0"/>
              </a:rPr>
              <a:t>&gt;</a:t>
            </a:r>
            <a:endParaRPr lang="en-IN" sz="1050" b="0" dirty="0">
              <a:solidFill>
                <a:srgbClr val="000000"/>
              </a:solidFill>
              <a:effectLst/>
              <a:latin typeface="Consolas" panose="020B0609020204030204" pitchFamily="49" charset="0"/>
            </a:endParaRPr>
          </a:p>
          <a:p>
            <a:r>
              <a:rPr lang="en-IN" sz="1050" b="0" dirty="0">
                <a:solidFill>
                  <a:srgbClr val="000000"/>
                </a:solidFill>
                <a:effectLst/>
                <a:latin typeface="Consolas" panose="020B0609020204030204" pitchFamily="49" charset="0"/>
              </a:rPr>
              <a:t>  );</a:t>
            </a:r>
          </a:p>
          <a:p>
            <a:r>
              <a:rPr lang="en-IN" sz="1050" b="0" dirty="0">
                <a:solidFill>
                  <a:srgbClr val="000000"/>
                </a:solidFill>
                <a:effectLst/>
                <a:latin typeface="Consolas" panose="020B0609020204030204" pitchFamily="49" charset="0"/>
              </a:rPr>
              <a:t>}</a:t>
            </a:r>
          </a:p>
          <a:p>
            <a:br>
              <a:rPr lang="en-IN" sz="1050" b="0" dirty="0">
                <a:solidFill>
                  <a:srgbClr val="000000"/>
                </a:solidFill>
                <a:effectLst/>
                <a:latin typeface="Consolas" panose="020B0609020204030204" pitchFamily="49" charset="0"/>
              </a:rPr>
            </a:br>
            <a:r>
              <a:rPr lang="en-IN" sz="1050" b="0" dirty="0">
                <a:solidFill>
                  <a:srgbClr val="AF00DB"/>
                </a:solidFill>
                <a:effectLst/>
                <a:latin typeface="Consolas" panose="020B0609020204030204" pitchFamily="49" charset="0"/>
              </a:rPr>
              <a:t>export</a:t>
            </a:r>
            <a:r>
              <a:rPr lang="en-IN" sz="1050" b="0" dirty="0">
                <a:solidFill>
                  <a:srgbClr val="000000"/>
                </a:solidFill>
                <a:effectLst/>
                <a:latin typeface="Consolas" panose="020B0609020204030204" pitchFamily="49" charset="0"/>
              </a:rPr>
              <a:t> </a:t>
            </a:r>
            <a:r>
              <a:rPr lang="en-IN" sz="1050" b="0" dirty="0">
                <a:solidFill>
                  <a:srgbClr val="AF00DB"/>
                </a:solidFill>
                <a:effectLst/>
                <a:latin typeface="Consolas" panose="020B0609020204030204" pitchFamily="49" charset="0"/>
              </a:rPr>
              <a:t>default</a:t>
            </a:r>
            <a:r>
              <a:rPr lang="en-IN" sz="1050" b="0" dirty="0">
                <a:solidFill>
                  <a:srgbClr val="000000"/>
                </a:solidFill>
                <a:effectLst/>
                <a:latin typeface="Consolas" panose="020B0609020204030204" pitchFamily="49" charset="0"/>
              </a:rPr>
              <a:t> </a:t>
            </a:r>
            <a:r>
              <a:rPr lang="en-IN" sz="1050" b="0" dirty="0" err="1">
                <a:solidFill>
                  <a:srgbClr val="795E26"/>
                </a:solidFill>
                <a:effectLst/>
                <a:latin typeface="Consolas" panose="020B0609020204030204" pitchFamily="49" charset="0"/>
              </a:rPr>
              <a:t>FormExample</a:t>
            </a:r>
            <a:r>
              <a:rPr lang="en-IN" sz="105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928373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61819" y="216096"/>
            <a:ext cx="6096000" cy="5693866"/>
          </a:xfrm>
          <a:prstGeom prst="rect">
            <a:avLst/>
          </a:prstGeom>
        </p:spPr>
        <p:txBody>
          <a:bodyPr>
            <a:spAutoFit/>
          </a:bodyPr>
          <a:lstStyle/>
          <a:p>
            <a:r>
              <a:rPr lang="en-IN" sz="1400" b="0" dirty="0">
                <a:solidFill>
                  <a:srgbClr val="AF00DB"/>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React</a:t>
            </a: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a:solidFill>
                  <a:srgbClr val="000000"/>
                </a:solidFill>
                <a:effectLst/>
                <a:latin typeface="Consolas" panose="020B0609020204030204" pitchFamily="49" charset="0"/>
              </a:rPr>
              <a:t>;</a:t>
            </a:r>
          </a:p>
          <a:p>
            <a:r>
              <a:rPr lang="en-IN" sz="1400" b="0" dirty="0">
                <a:solidFill>
                  <a:srgbClr val="AF00DB"/>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ReactDOM</a:t>
            </a: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err="1">
                <a:solidFill>
                  <a:srgbClr val="A31515"/>
                </a:solidFill>
                <a:effectLst/>
                <a:latin typeface="Consolas" panose="020B0609020204030204" pitchFamily="49" charset="0"/>
              </a:rPr>
              <a:t>dom</a:t>
            </a:r>
            <a:r>
              <a:rPr lang="en-IN" sz="1400" b="0" dirty="0">
                <a:solidFill>
                  <a:srgbClr val="A31515"/>
                </a:solidFill>
                <a:effectLst/>
                <a:latin typeface="Consolas" panose="020B0609020204030204" pitchFamily="49" charset="0"/>
              </a:rPr>
              <a:t>/client'</a:t>
            </a:r>
            <a:r>
              <a:rPr lang="en-IN" sz="1400" b="0" dirty="0">
                <a:solidFill>
                  <a:srgbClr val="000000"/>
                </a:solidFill>
                <a:effectLst/>
                <a:latin typeface="Consolas" panose="020B0609020204030204" pitchFamily="49" charset="0"/>
              </a:rPr>
              <a:t>;</a:t>
            </a:r>
          </a:p>
          <a:p>
            <a:r>
              <a:rPr lang="en-IN" sz="1400" b="0" dirty="0">
                <a:solidFill>
                  <a:srgbClr val="AF00DB"/>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'./index.css'</a:t>
            </a:r>
            <a:r>
              <a:rPr lang="en-IN" sz="1400" b="0" dirty="0">
                <a:solidFill>
                  <a:srgbClr val="000000"/>
                </a:solidFill>
                <a:effectLst/>
                <a:latin typeface="Consolas" panose="020B0609020204030204" pitchFamily="49" charset="0"/>
              </a:rPr>
              <a:t>;</a:t>
            </a:r>
          </a:p>
          <a:p>
            <a:r>
              <a:rPr lang="en-IN" sz="1400" b="0" dirty="0">
                <a:solidFill>
                  <a:srgbClr val="AF00DB"/>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App</a:t>
            </a: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'./App'</a:t>
            </a:r>
            <a:r>
              <a:rPr lang="en-IN" sz="1400" b="0" dirty="0">
                <a:solidFill>
                  <a:srgbClr val="000000"/>
                </a:solidFill>
                <a:effectLst/>
                <a:latin typeface="Consolas" panose="020B0609020204030204" pitchFamily="49" charset="0"/>
              </a:rPr>
              <a:t>;</a:t>
            </a:r>
          </a:p>
          <a:p>
            <a:r>
              <a:rPr lang="en-IN" sz="1400" b="0" dirty="0">
                <a:solidFill>
                  <a:srgbClr val="AF00DB"/>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FormExample</a:t>
            </a: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FormExample</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r>
              <a:rPr lang="en-IN" sz="1400" b="0" dirty="0">
                <a:solidFill>
                  <a:srgbClr val="AF00DB"/>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reportWebVitals</a:t>
            </a: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reportWebVitals</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r>
              <a:rPr lang="en-IN" sz="1400" b="0" dirty="0">
                <a:solidFill>
                  <a:srgbClr val="AF00DB"/>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node_modules</a:t>
            </a:r>
            <a:r>
              <a:rPr lang="en-IN" sz="1400" b="0" dirty="0">
                <a:solidFill>
                  <a:srgbClr val="A31515"/>
                </a:solidFill>
                <a:effectLst/>
                <a:latin typeface="Consolas" panose="020B0609020204030204" pitchFamily="49" charset="0"/>
              </a:rPr>
              <a:t>/bootstrap/</a:t>
            </a:r>
            <a:r>
              <a:rPr lang="en-IN" sz="1400" b="0" dirty="0" err="1">
                <a:solidFill>
                  <a:srgbClr val="A31515"/>
                </a:solidFill>
                <a:effectLst/>
                <a:latin typeface="Consolas" panose="020B0609020204030204" pitchFamily="49" charset="0"/>
              </a:rPr>
              <a:t>dist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css</a:t>
            </a:r>
            <a:r>
              <a:rPr lang="en-IN" sz="1400" b="0" dirty="0">
                <a:solidFill>
                  <a:srgbClr val="A31515"/>
                </a:solidFill>
                <a:effectLst/>
                <a:latin typeface="Consolas" panose="020B0609020204030204" pitchFamily="49" charset="0"/>
              </a:rPr>
              <a:t>/bootstrap.min.css'</a:t>
            </a:r>
            <a:r>
              <a:rPr lang="en-IN" sz="1400" b="0" dirty="0">
                <a:solidFill>
                  <a:srgbClr val="000000"/>
                </a:solidFill>
                <a:effectLst/>
                <a:latin typeface="Consolas" panose="020B0609020204030204" pitchFamily="49" charset="0"/>
              </a:rPr>
              <a:t>;</a:t>
            </a:r>
          </a:p>
          <a:p>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a:t>
            </a:r>
            <a:r>
              <a:rPr lang="en-IN" sz="1400" b="0" dirty="0">
                <a:solidFill>
                  <a:srgbClr val="0070C1"/>
                </a:solidFill>
                <a:effectLst/>
                <a:latin typeface="Consolas" panose="020B0609020204030204" pitchFamily="49" charset="0"/>
              </a:rPr>
              <a:t>root</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ReactDOM</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createRoot</a:t>
            </a:r>
            <a:r>
              <a:rPr lang="en-IN" sz="1400" b="0" dirty="0">
                <a:solidFill>
                  <a:srgbClr val="000000"/>
                </a:solidFill>
                <a:effectLst/>
                <a:latin typeface="Consolas" panose="020B0609020204030204" pitchFamily="49" charset="0"/>
              </a:rPr>
              <a:t>(</a:t>
            </a:r>
            <a:r>
              <a:rPr lang="en-IN" sz="1400" b="0" dirty="0" err="1">
                <a:solidFill>
                  <a:srgbClr val="001080"/>
                </a:solidFill>
                <a:effectLst/>
                <a:latin typeface="Consolas" panose="020B0609020204030204" pitchFamily="49" charset="0"/>
              </a:rPr>
              <a:t>document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getElementById</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'root'</a:t>
            </a:r>
            <a:r>
              <a:rPr lang="en-IN" sz="1400" b="0" dirty="0">
                <a:solidFill>
                  <a:srgbClr val="000000"/>
                </a:solidFill>
                <a:effectLst/>
                <a:latin typeface="Consolas" panose="020B0609020204030204" pitchFamily="49" charset="0"/>
              </a:rPr>
              <a:t>));</a:t>
            </a:r>
          </a:p>
          <a:p>
            <a:r>
              <a:rPr lang="en-IN" sz="1400" b="0" dirty="0" err="1">
                <a:solidFill>
                  <a:srgbClr val="0070C1"/>
                </a:solidFill>
                <a:effectLst/>
                <a:latin typeface="Consolas" panose="020B0609020204030204" pitchFamily="49" charset="0"/>
              </a:rPr>
              <a:t>root</a:t>
            </a:r>
            <a:r>
              <a:rPr lang="en-IN" sz="1400" b="0" dirty="0" err="1">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render</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err="1">
                <a:solidFill>
                  <a:srgbClr val="267F99"/>
                </a:solidFill>
                <a:effectLst/>
                <a:latin typeface="Consolas" panose="020B0609020204030204" pitchFamily="49" charset="0"/>
              </a:rPr>
              <a:t>React.StrictMode</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a:solidFill>
                  <a:srgbClr val="267F99"/>
                </a:solidFill>
                <a:effectLst/>
                <a:latin typeface="Consolas" panose="020B0609020204030204" pitchFamily="49" charset="0"/>
              </a:rPr>
              <a:t>App</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err="1">
                <a:solidFill>
                  <a:srgbClr val="267F99"/>
                </a:solidFill>
                <a:effectLst/>
                <a:latin typeface="Consolas" panose="020B0609020204030204" pitchFamily="49" charset="0"/>
              </a:rPr>
              <a:t>FormExample</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err="1">
                <a:solidFill>
                  <a:srgbClr val="267F99"/>
                </a:solidFill>
                <a:effectLst/>
                <a:latin typeface="Consolas" panose="020B0609020204030204" pitchFamily="49" charset="0"/>
              </a:rPr>
              <a:t>React.StrictMode</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8000"/>
                </a:solidFill>
                <a:effectLst/>
                <a:latin typeface="Consolas" panose="020B0609020204030204" pitchFamily="49" charset="0"/>
              </a:rPr>
              <a:t>// If you want to start measuring performance in your app, pass a function</a:t>
            </a:r>
            <a:endParaRPr lang="en-IN" sz="1400" b="0" dirty="0">
              <a:solidFill>
                <a:srgbClr val="000000"/>
              </a:solidFill>
              <a:effectLst/>
              <a:latin typeface="Consolas" panose="020B0609020204030204" pitchFamily="49" charset="0"/>
            </a:endParaRPr>
          </a:p>
          <a:p>
            <a:r>
              <a:rPr lang="en-IN" sz="1400" b="0" dirty="0">
                <a:solidFill>
                  <a:srgbClr val="008000"/>
                </a:solidFill>
                <a:effectLst/>
                <a:latin typeface="Consolas" panose="020B0609020204030204" pitchFamily="49" charset="0"/>
              </a:rPr>
              <a:t>// to log results (for example: </a:t>
            </a:r>
            <a:r>
              <a:rPr lang="en-IN" sz="1400" b="0" dirty="0" err="1">
                <a:solidFill>
                  <a:srgbClr val="008000"/>
                </a:solidFill>
                <a:effectLst/>
                <a:latin typeface="Consolas" panose="020B0609020204030204" pitchFamily="49" charset="0"/>
              </a:rPr>
              <a:t>reportWebVitals</a:t>
            </a:r>
            <a:r>
              <a:rPr lang="en-IN" sz="1400" b="0" dirty="0">
                <a:solidFill>
                  <a:srgbClr val="008000"/>
                </a:solidFill>
                <a:effectLst/>
                <a:latin typeface="Consolas" panose="020B0609020204030204" pitchFamily="49" charset="0"/>
              </a:rPr>
              <a:t>(console.log))</a:t>
            </a:r>
            <a:endParaRPr lang="en-IN" sz="1400" b="0" dirty="0">
              <a:solidFill>
                <a:srgbClr val="000000"/>
              </a:solidFill>
              <a:effectLst/>
              <a:latin typeface="Consolas" panose="020B0609020204030204" pitchFamily="49" charset="0"/>
            </a:endParaRPr>
          </a:p>
          <a:p>
            <a:r>
              <a:rPr lang="en-IN" sz="1400" b="0" dirty="0">
                <a:solidFill>
                  <a:srgbClr val="008000"/>
                </a:solidFill>
                <a:effectLst/>
                <a:latin typeface="Consolas" panose="020B0609020204030204" pitchFamily="49" charset="0"/>
              </a:rPr>
              <a:t>// or send to an analytics endpoint. Learn more: https://bit.ly/CRA-vitals</a:t>
            </a:r>
            <a:endParaRPr lang="en-IN" sz="1400" b="0" dirty="0">
              <a:solidFill>
                <a:srgbClr val="000000"/>
              </a:solidFill>
              <a:effectLst/>
              <a:latin typeface="Consolas" panose="020B0609020204030204" pitchFamily="49" charset="0"/>
            </a:endParaRPr>
          </a:p>
          <a:p>
            <a:r>
              <a:rPr lang="en-IN" sz="1400" b="0" dirty="0" err="1">
                <a:solidFill>
                  <a:srgbClr val="795E26"/>
                </a:solidFill>
                <a:effectLst/>
                <a:latin typeface="Consolas" panose="020B0609020204030204" pitchFamily="49" charset="0"/>
              </a:rPr>
              <a:t>reportWebVitals</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endParaRPr lang="en-IN" sz="14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9070799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TotalTime>
  <Words>1173</Words>
  <Application>Microsoft Office PowerPoint</Application>
  <PresentationFormat>Widescreen</PresentationFormat>
  <Paragraphs>154</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Calibri</vt:lpstr>
      <vt:lpstr>Calibri Light</vt:lpstr>
      <vt:lpstr>Consolas</vt:lpstr>
      <vt:lpstr>SFMono-Regular</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Basaid</dc:creator>
  <cp:lastModifiedBy>sriram mantri vidyanidhi infotech academy</cp:lastModifiedBy>
  <cp:revision>3</cp:revision>
  <dcterms:created xsi:type="dcterms:W3CDTF">2023-07-09T13:51:13Z</dcterms:created>
  <dcterms:modified xsi:type="dcterms:W3CDTF">2025-05-10T08:05:04Z</dcterms:modified>
</cp:coreProperties>
</file>