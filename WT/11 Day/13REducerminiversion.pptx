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3" autoAdjust="0"/>
    <p:restoredTop sz="94660"/>
  </p:normalViewPr>
  <p:slideViewPr>
    <p:cSldViewPr snapToGrid="0">
      <p:cViewPr varScale="1">
        <p:scale>
          <a:sx n="90" d="100"/>
          <a:sy n="90" d="100"/>
        </p:scale>
        <p:origin x="2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220E6-8026-BBAB-44B3-75330BAC4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9C6630-8E4A-1D42-7BDD-4FCE652DC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1585D-B57A-731F-09F5-27E60188A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AD79D-8A44-5AA1-E3C1-6F00A20EB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61491-EF62-F489-3EF9-35A8D0A3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122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8FEC-1DC6-C2D3-2B6D-C03F0E114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6D585-6760-06A2-DC0E-C24FE8E14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CE92-948F-8F3D-6B7A-1D19FA95F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700C-7C3C-98E8-C195-C40011F5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D76826-B851-D650-EE84-72982E8F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081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4594A-A100-3446-71F1-F81FADAF4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9A6706-CB15-C211-BD02-B89AA1082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33336-93B4-467D-5AAF-E60334BF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F2AE8-9EAC-4ED8-AC5B-0300E67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BD1E9-18A3-FC64-93AA-1D9F3AF37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08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D01B-577E-0765-A232-6987FB655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6A234-A095-D6CB-4473-9C59A473E4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2E112C-049E-94B3-77FB-5D1502EC0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6845-5E4B-3BF0-FE73-D5C1DEF1F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32032-7AD8-5A44-1810-7DE1DDE3B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97E525-797C-1263-E327-1D105B0F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54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8F57-5351-7147-C200-F7458EC70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20AB2-8BCF-FFD6-45B6-8EE44EB77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3497D5-5F37-3F05-C103-4D12DE753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43644-49D2-997C-3254-F5CCD96E43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3524E0-86D3-C219-44AC-4481F38BD0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C0A816-81C8-145D-D90B-E0ADA91E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767E6-4071-28D9-41B6-1A290E428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78AC48-E0BA-B6A6-1A02-B361298C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066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063D-5D45-98CB-228D-F6019D466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9FF31-0234-4E6F-E2EC-AEE136A6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7E1B9-0F79-EFC3-0FA0-3DD0E0C6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9CFAE-272F-3E19-9846-8C156DFEF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287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1B3528-174A-F827-79F0-047DFFA1F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1CE2BA-7F35-3F07-2F4A-9CA468315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01681E-31DB-46A6-4AD2-B1F222385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3324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5086-DEAA-3862-FC3F-9522DD9A0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EAE31-4E43-52C4-D7F4-4C0FEFF26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CE9F9-8401-0787-4774-884B03A62D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364E3-2A65-8D8B-17CB-DC20FF28F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4C0BF-521D-4936-76A0-367AF36B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C50CE-BBF6-E757-D99B-0165CC40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1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62911-4D82-89EB-A778-D53ADA697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4FD1AE-168C-A762-F49A-FC37E1853A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4D3FD1-6C1A-DAB3-3CCC-4E9A049CA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689149-CCEB-D3AE-15F0-87D29A4CD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42686-3774-DC90-EB60-F844FBFA0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B564DE-1DA2-B75F-853D-8250066F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8280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6AD50-3D17-9A07-CC6E-F0C9D1F12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95404-E380-791C-7136-1508822CA3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607C0-2CD3-5BFC-434C-88C5C9E12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F5875-2D35-8DB2-62AA-BC23981D7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12AA8-7204-E515-09B9-DD153C0F7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063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B5E62D-9E7C-6ADB-884F-3E943B235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D38DF4-B7B7-7AC3-75E1-325DDFA118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3C6C7-D3B4-1113-E74A-DECF1EBDE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4D274-6C58-BEB8-7BD9-499C645B0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F4704-198F-8A27-A4E4-0FD5AEAB4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661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9C06DE-403A-5621-1B9C-120D2D45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8429D-C43A-EE0F-11CA-91D9AED06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4908-4EA7-740E-EB16-E770DF67B5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E349A0-CF53-4529-96E7-9C9910F87995}" type="datetimeFigureOut">
              <a:rPr lang="en-IN" smtClean="0"/>
              <a:t>14-05-2025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47838-C0A9-48E8-2F94-2E63F11BDC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E111B-1B71-73F4-80F6-44C0A7D68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EAF3CF-62D6-42AB-9806-13911F0119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321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3CC566-4EB3-7E76-206B-39F19F9B5A0A}"/>
              </a:ext>
            </a:extLst>
          </p:cNvPr>
          <p:cNvSpPr txBox="1"/>
          <p:nvPr/>
        </p:nvSpPr>
        <p:spPr>
          <a:xfrm>
            <a:off x="812800" y="0"/>
            <a:ext cx="609600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{ </a:t>
            </a:r>
            <a:r>
              <a:rPr lang="en-IN" dirty="0" err="1"/>
              <a:t>useState</a:t>
            </a:r>
            <a:r>
              <a:rPr lang="en-IN" dirty="0"/>
              <a:t> } from 'react';</a:t>
            </a:r>
          </a:p>
          <a:p>
            <a:endParaRPr lang="en-IN" dirty="0"/>
          </a:p>
          <a:p>
            <a:r>
              <a:rPr lang="en-IN" dirty="0"/>
              <a:t>export default function Form() {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[name, </a:t>
            </a:r>
            <a:r>
              <a:rPr lang="en-IN" dirty="0" err="1"/>
              <a:t>setName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('Taylor');</a:t>
            </a:r>
          </a:p>
          <a:p>
            <a:r>
              <a:rPr lang="en-IN" dirty="0"/>
              <a:t>  </a:t>
            </a:r>
            <a:r>
              <a:rPr lang="en-IN" dirty="0" err="1"/>
              <a:t>const</a:t>
            </a:r>
            <a:r>
              <a:rPr lang="en-IN" dirty="0"/>
              <a:t> [age, </a:t>
            </a:r>
            <a:r>
              <a:rPr lang="en-IN" dirty="0" err="1"/>
              <a:t>setAge</a:t>
            </a:r>
            <a:r>
              <a:rPr lang="en-IN" dirty="0"/>
              <a:t>] = </a:t>
            </a:r>
            <a:r>
              <a:rPr lang="en-IN" dirty="0" err="1"/>
              <a:t>useState</a:t>
            </a:r>
            <a:r>
              <a:rPr lang="en-IN" dirty="0"/>
              <a:t>(42);</a:t>
            </a:r>
          </a:p>
          <a:p>
            <a:endParaRPr lang="en-IN" dirty="0"/>
          </a:p>
          <a:p>
            <a:r>
              <a:rPr lang="en-IN" dirty="0"/>
              <a:t>  function </a:t>
            </a:r>
            <a:r>
              <a:rPr lang="en-IN" dirty="0" err="1"/>
              <a:t>handleButtonClick</a:t>
            </a:r>
            <a:r>
              <a:rPr lang="en-IN" dirty="0"/>
              <a:t>() {</a:t>
            </a:r>
          </a:p>
          <a:p>
            <a:r>
              <a:rPr lang="en-IN" dirty="0"/>
              <a:t>    </a:t>
            </a:r>
            <a:r>
              <a:rPr lang="en-IN" dirty="0" err="1"/>
              <a:t>setAge</a:t>
            </a:r>
            <a:r>
              <a:rPr lang="en-IN" dirty="0"/>
              <a:t>(age + 1);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function </a:t>
            </a:r>
            <a:r>
              <a:rPr lang="en-IN" dirty="0" err="1"/>
              <a:t>handleInputChange</a:t>
            </a:r>
            <a:r>
              <a:rPr lang="en-IN" dirty="0"/>
              <a:t>(e) {</a:t>
            </a:r>
          </a:p>
          <a:p>
            <a:r>
              <a:rPr lang="en-IN" dirty="0"/>
              <a:t>    </a:t>
            </a:r>
            <a:r>
              <a:rPr lang="en-IN" dirty="0" err="1"/>
              <a:t>setName</a:t>
            </a:r>
            <a:r>
              <a:rPr lang="en-IN" dirty="0"/>
              <a:t>(</a:t>
            </a:r>
            <a:r>
              <a:rPr lang="en-IN" dirty="0" err="1"/>
              <a:t>e.target.value</a:t>
            </a:r>
            <a:r>
              <a:rPr lang="en-IN" dirty="0"/>
              <a:t>);</a:t>
            </a:r>
          </a:p>
          <a:p>
            <a:r>
              <a:rPr lang="en-IN" dirty="0"/>
              <a:t>  }</a:t>
            </a:r>
          </a:p>
          <a:p>
            <a:endParaRPr lang="en-IN" dirty="0"/>
          </a:p>
          <a:p>
            <a:r>
              <a:rPr lang="en-IN" dirty="0"/>
              <a:t>  return (</a:t>
            </a:r>
          </a:p>
          <a:p>
            <a:r>
              <a:rPr lang="en-IN" dirty="0"/>
              <a:t>    &lt;&gt;</a:t>
            </a:r>
          </a:p>
          <a:p>
            <a:r>
              <a:rPr lang="en-IN" dirty="0"/>
              <a:t>      &lt;input value={name} </a:t>
            </a:r>
            <a:r>
              <a:rPr lang="en-IN" dirty="0" err="1"/>
              <a:t>onChange</a:t>
            </a:r>
            <a:r>
              <a:rPr lang="en-IN" dirty="0"/>
              <a:t>={</a:t>
            </a:r>
            <a:r>
              <a:rPr lang="en-IN" dirty="0" err="1"/>
              <a:t>handleInputChange</a:t>
            </a:r>
            <a:r>
              <a:rPr lang="en-IN" dirty="0"/>
              <a:t>} /&gt;</a:t>
            </a:r>
          </a:p>
          <a:p>
            <a:r>
              <a:rPr lang="en-IN" dirty="0"/>
              <a:t>      &lt;button </a:t>
            </a:r>
            <a:r>
              <a:rPr lang="en-IN" dirty="0" err="1"/>
              <a:t>onClick</a:t>
            </a:r>
            <a:r>
              <a:rPr lang="en-IN" dirty="0"/>
              <a:t>={</a:t>
            </a:r>
            <a:r>
              <a:rPr lang="en-IN" dirty="0" err="1"/>
              <a:t>handleButtonClick</a:t>
            </a:r>
            <a:r>
              <a:rPr lang="en-IN" dirty="0"/>
              <a:t>}&gt;Increment age&lt;/button&gt;</a:t>
            </a:r>
          </a:p>
          <a:p>
            <a:r>
              <a:rPr lang="en-IN" dirty="0"/>
              <a:t>      &lt;p&gt;Hello, {name}. You are {age}.&lt;/p&gt;</a:t>
            </a:r>
          </a:p>
          <a:p>
            <a:r>
              <a:rPr lang="en-IN" dirty="0"/>
              <a:t>    &lt;/&gt;</a:t>
            </a:r>
          </a:p>
          <a:p>
            <a:r>
              <a:rPr lang="en-IN" dirty="0"/>
              <a:t>  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4662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6E89557-F726-1E78-64EA-ED9E166E3E5E}"/>
              </a:ext>
            </a:extLst>
          </p:cNvPr>
          <p:cNvSpPr txBox="1"/>
          <p:nvPr/>
        </p:nvSpPr>
        <p:spPr>
          <a:xfrm>
            <a:off x="-1" y="0"/>
            <a:ext cx="6722533" cy="590931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chemeClr val="accent1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reducer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switch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incremented_age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AD9FB"/>
                </a:solidFill>
                <a:effectLst/>
                <a:latin typeface="Consolas" panose="020B0609020204030204" pitchFamily="49" charset="0"/>
              </a:rPr>
              <a:t>1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case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changed_name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nextName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Error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Unknown action: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action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 err="1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chemeClr val="accent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initialState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Taylor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AD9FB"/>
                </a:solidFill>
                <a:effectLst/>
                <a:latin typeface="Consolas" panose="020B0609020204030204" pitchFamily="49" charset="0"/>
              </a:rPr>
              <a:t>42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7E9712-846D-B2C2-FD2E-1C5B8E82341D}"/>
              </a:ext>
            </a:extLst>
          </p:cNvPr>
          <p:cNvSpPr txBox="1"/>
          <p:nvPr/>
        </p:nvSpPr>
        <p:spPr>
          <a:xfrm>
            <a:off x="6798732" y="-62783"/>
            <a:ext cx="6121400" cy="840230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 err="1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useReducer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chemeClr val="accent1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reducer</a:t>
            </a:r>
            <a:r>
              <a:rPr lang="en-IN" b="0" dirty="0">
                <a:solidFill>
                  <a:srgbClr val="86897A"/>
                </a:solidFill>
                <a:effectLst/>
                <a:highlight>
                  <a:srgbClr val="00FFFF"/>
                </a:highlight>
                <a:latin typeface="Consolas" panose="020B0609020204030204" pitchFamily="49" charset="0"/>
              </a:rPr>
              <a:t>,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chemeClr val="accent1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initialState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handleButtonClick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({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incremented_age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handleInputChange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dispatch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({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 err="1">
                <a:solidFill>
                  <a:srgbClr val="BFD084"/>
                </a:solidFill>
                <a:effectLst/>
                <a:latin typeface="Consolas" panose="020B0609020204030204" pitchFamily="49" charset="0"/>
              </a:rPr>
              <a:t>changed_name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,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nextName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target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value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(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input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>
                <a:solidFill>
                  <a:srgbClr val="CABEFF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IN" b="0" dirty="0" err="1">
                <a:solidFill>
                  <a:srgbClr val="CABEFF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handleInputChange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CABEFF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n-IN" b="0" dirty="0">
                <a:solidFill>
                  <a:srgbClr val="B3E8B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CDF861"/>
                </a:solidFill>
                <a:effectLst/>
                <a:latin typeface="Consolas" panose="020B0609020204030204" pitchFamily="49" charset="0"/>
              </a:rPr>
              <a:t>handleButtonClick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  Increment age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Hello,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. You are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state</a:t>
            </a:r>
            <a:r>
              <a:rPr lang="en-IN" b="0" dirty="0" err="1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 err="1">
                <a:solidFill>
                  <a:srgbClr val="EBEBEB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IN" b="0" dirty="0">
                <a:solidFill>
                  <a:srgbClr val="A390FF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F0F0F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IN" b="0" dirty="0">
                <a:solidFill>
                  <a:srgbClr val="86897A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  <a:p>
            <a:br>
              <a:rPr lang="en-IN" b="0" dirty="0">
                <a:solidFill>
                  <a:srgbClr val="BBBBB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BBBBB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0702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359</Words>
  <Application>Microsoft Office PowerPoint</Application>
  <PresentationFormat>Widescreen</PresentationFormat>
  <Paragraphs>65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4</cp:revision>
  <dcterms:created xsi:type="dcterms:W3CDTF">2025-05-13T17:00:57Z</dcterms:created>
  <dcterms:modified xsi:type="dcterms:W3CDTF">2025-05-14T07:43:43Z</dcterms:modified>
</cp:coreProperties>
</file>