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F7B5-AB9C-4591-1D17-F3E0832A8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9BD35-4E75-A7CE-3E4F-CF08B5CB5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AA596-DCB1-9596-67E0-1B392ED8B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3DEA-99BC-4D30-9F7C-2198EFD3C3A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B5341-FF9E-E856-29AA-9B726FD38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1F5A5-8239-42C9-D713-8DB50583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4C32-5E53-4069-9AC2-F994A2880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39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C3CA-200F-7AB5-D160-3832032EC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3FF7-2800-2C3A-DF16-3F972EC82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90DA9-8471-1202-3D6E-FF1486825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3DEA-99BC-4D30-9F7C-2198EFD3C3A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E9196-2910-8981-5AB6-C11B5FAE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DB225-6318-3169-2221-9EEEDB46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4C32-5E53-4069-9AC2-F994A2880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87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D9F9-0734-176D-3739-1D6BAEBDE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94A00-9615-3EC8-363E-34391DCFA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4DEDA-3AEF-1C82-57C6-4D8DAC044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3DEA-99BC-4D30-9F7C-2198EFD3C3A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DBF4D-61A2-F1F4-185B-41DB579FD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CBE25-A527-72C2-0265-201809368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4C32-5E53-4069-9AC2-F994A2880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645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3A5C-F295-E081-E0D0-EC4E4B5E7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72149-7E9C-1916-54B0-626DBC85D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66F0C-76DC-234F-2126-4CF182191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8960A-3B7C-7F1B-FF50-8D3933CF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3DEA-99BC-4D30-9F7C-2198EFD3C3A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3BFEE-8315-3D1A-2A43-7CC23544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3B4F2-1FA4-33C4-A39F-25BEEB46C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4C32-5E53-4069-9AC2-F994A2880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73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20EE0-5A67-0158-396A-A89A3D8A0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372BB-5200-F151-1AA6-8E3CAF04C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A72F5-34B9-F7A7-011C-922DBCB9E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F83CD-1798-5C6A-329F-8A16B3EF4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94A0F3-3F1B-75E5-89F1-2C24132B3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A7FB27-5321-CF78-6F91-79291CB6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3DEA-99BC-4D30-9F7C-2198EFD3C3A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8DB03-CA86-3314-C343-95ED5385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69DFE-1C3B-39AA-0836-0793B0AE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4C32-5E53-4069-9AC2-F994A2880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08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6A8F-4A14-FAAC-7C19-12372ECCC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BCA9A8-8EC5-4B78-6ECE-C5A325878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3DEA-99BC-4D30-9F7C-2198EFD3C3A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26326-45B5-234D-FA6D-E58C2901A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AAD5B-61A5-050C-6316-72BFF3D0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4C32-5E53-4069-9AC2-F994A2880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573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B61F7-B654-C30D-9D90-63F507381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3DEA-99BC-4D30-9F7C-2198EFD3C3A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DE463-E825-C846-6A1E-3ED0CAF6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10125-435F-E9B0-F4B6-DC7F9393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4C32-5E53-4069-9AC2-F994A2880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7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F09A8-85EC-5A2F-C4C1-A6EA107F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DF6C-3A10-8995-11B0-D85EFC20E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B8A4D-ED12-6225-4DC4-42778A0E5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1637B-B0D8-3B71-DC02-67AC3EB0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3DEA-99BC-4D30-9F7C-2198EFD3C3A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95131-23F6-5C00-02D4-99B1DE3D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3771F-9471-E63E-6545-84E6BF41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4C32-5E53-4069-9AC2-F994A2880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806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ADF4-818A-2C68-B416-AF0DC3815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4529BB-8E62-05F9-6D79-98C892899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D864E-86C3-E12F-5414-CCEB476F8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7976B-A3B8-4BAC-6022-836AA1F5B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3DEA-99BC-4D30-9F7C-2198EFD3C3A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55241-85FB-8FEE-BB01-9D6AA7856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5B60B-48F0-8554-D7D9-072FD058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4C32-5E53-4069-9AC2-F994A2880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11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7613-2486-CD60-A404-4F1FABC7A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FF13A-1DD7-37EA-AF53-F97167384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C2472-2DFA-F63F-F7CD-9567DA0D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3DEA-99BC-4D30-9F7C-2198EFD3C3A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B99E-8ABB-C200-FB9F-0F90095C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703D7-63A5-E3EE-B420-678E9F8CF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4C32-5E53-4069-9AC2-F994A2880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278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88A9FB-1FAF-E3EE-5A26-C9554FFA3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21571-2655-6A03-1938-0BEA469C3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861DF-9DFF-2EB4-3C44-5965E5864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3DEA-99BC-4D30-9F7C-2198EFD3C3A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6F0C4-DA03-515A-E90A-A1E3DDE8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4AF74-08BF-0625-85FB-7D47E079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C4C32-5E53-4069-9AC2-F994A2880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53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A339C-2A37-7290-D09D-DD9B5BA58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D847D-52E8-A873-D17E-10154C1CA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17254-D76F-1FA5-9A46-D15C807D9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33DEA-99BC-4D30-9F7C-2198EFD3C3A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120FC-789C-6164-0B54-108E3F4C1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E3397-9A3B-642B-CD50-64F9B784D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C4C32-5E53-4069-9AC2-F994A2880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818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25CC2C-E3B0-1040-0F91-0106A0FA1F74}"/>
              </a:ext>
            </a:extLst>
          </p:cNvPr>
          <p:cNvSpPr txBox="1"/>
          <p:nvPr/>
        </p:nvSpPr>
        <p:spPr>
          <a:xfrm>
            <a:off x="448732" y="126786"/>
            <a:ext cx="6612467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Outlet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"react-router-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isSignedIn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setIsSignedIn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signin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setIsSignedIn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signout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setIsSignedIn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&lt;nav&gt;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&lt;ul&gt;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"/Home"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Contactus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Contactus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Listemployee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Listemployee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"/dropdown"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select car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&lt;/ul&gt;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&lt;/nav&gt;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isSignedIn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(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signout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Sign out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 : (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signin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Sign in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Render child routes here */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Outlet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isSignedIn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921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A6F304-7E12-FD5D-6295-555D233A8DED}"/>
              </a:ext>
            </a:extLst>
          </p:cNvPr>
          <p:cNvSpPr txBox="1"/>
          <p:nvPr/>
        </p:nvSpPr>
        <p:spPr>
          <a:xfrm>
            <a:off x="414867" y="156090"/>
            <a:ext cx="107272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useOutletContext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"react-router-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children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isSignedIn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useOutletContext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isSignedIn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 must be signed in to view this page."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"/home"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children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B5865D-2A87-C997-47BB-BB77DCD021F6}"/>
              </a:ext>
            </a:extLst>
          </p:cNvPr>
          <p:cNvSpPr txBox="1"/>
          <p:nvPr/>
        </p:nvSpPr>
        <p:spPr>
          <a:xfrm>
            <a:off x="313267" y="4357239"/>
            <a:ext cx="1064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useOutletContext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dirty="0"/>
              <a:t>is a React Router hook that lets you </a:t>
            </a:r>
            <a:r>
              <a:rPr lang="en-US" b="1" dirty="0"/>
              <a:t>share data from a parent route element down into its child routes</a:t>
            </a:r>
            <a:r>
              <a:rPr lang="en-US" dirty="0"/>
              <a:t> via the .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 &lt;</a:t>
            </a:r>
            <a:r>
              <a:rPr lang="en-IN" dirty="0">
                <a:solidFill>
                  <a:srgbClr val="267F99"/>
                </a:solidFill>
                <a:latin typeface="Consolas" panose="020B0609020204030204" pitchFamily="49" charset="0"/>
              </a:rPr>
              <a:t>Outlet</a:t>
            </a:r>
            <a:r>
              <a:rPr lang="en-IN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7CA17C8-3E69-D20B-6312-6A14E1EF7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5367635"/>
            <a:ext cx="114300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can pass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into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</a:rPr>
              <a:t>Outlet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that using the context prop.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Child routes can then access that context with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useOutletContext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hook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36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6C94C1-C4E2-E565-C208-2CB2C223B7EA}"/>
              </a:ext>
            </a:extLst>
          </p:cNvPr>
          <p:cNvSpPr txBox="1"/>
          <p:nvPr/>
        </p:nvSpPr>
        <p:spPr>
          <a:xfrm>
            <a:off x="1388533" y="127000"/>
            <a:ext cx="1000759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'root'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BrowserRouter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Routes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Contactus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Contactus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Listemployee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					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   					  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Listemployee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					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				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Createemp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empdel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/:id"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Employeedel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"emp/:id"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empup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/:id"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Employeeup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Nopage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Routes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BrowserRouter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373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CC2733-6F63-F1CF-593D-973236D1FFBF}"/>
              </a:ext>
            </a:extLst>
          </p:cNvPr>
          <p:cNvSpPr txBox="1"/>
          <p:nvPr/>
        </p:nvSpPr>
        <p:spPr>
          <a:xfrm>
            <a:off x="381001" y="58846"/>
            <a:ext cx="617219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. React Context (</a:t>
            </a:r>
            <a:r>
              <a:rPr lang="en-IN" sz="1600" dirty="0" err="1"/>
              <a:t>createContext</a:t>
            </a:r>
            <a:r>
              <a:rPr lang="en-IN" sz="1600" dirty="0"/>
              <a:t>)</a:t>
            </a:r>
          </a:p>
          <a:p>
            <a:r>
              <a:rPr lang="en-IN" sz="1600" dirty="0" err="1"/>
              <a:t>App.jsx</a:t>
            </a:r>
            <a:endParaRPr lang="en-IN" sz="1600" dirty="0"/>
          </a:p>
          <a:p>
            <a:r>
              <a:rPr lang="en-IN" sz="1600" dirty="0"/>
              <a:t> └── &lt;</a:t>
            </a:r>
            <a:r>
              <a:rPr lang="en-IN" sz="1600" dirty="0" err="1"/>
              <a:t>UserContext.Provider</a:t>
            </a:r>
            <a:r>
              <a:rPr lang="en-IN" sz="1600" dirty="0"/>
              <a:t> value="vita DAC"&gt;</a:t>
            </a:r>
          </a:p>
          <a:p>
            <a:r>
              <a:rPr lang="en-IN" sz="1600" dirty="0"/>
              <a:t>       ├── Component2</a:t>
            </a:r>
          </a:p>
          <a:p>
            <a:r>
              <a:rPr lang="en-IN" sz="1600" dirty="0"/>
              <a:t>       │    └── </a:t>
            </a:r>
            <a:r>
              <a:rPr lang="en-IN" sz="1600" dirty="0" err="1"/>
              <a:t>useContext</a:t>
            </a:r>
            <a:r>
              <a:rPr lang="en-IN" sz="1600" dirty="0"/>
              <a:t>(</a:t>
            </a:r>
            <a:r>
              <a:rPr lang="en-IN" sz="1600" dirty="0" err="1"/>
              <a:t>UserContext</a:t>
            </a:r>
            <a:r>
              <a:rPr lang="en-IN" sz="1600" dirty="0"/>
              <a:t>) → "vita DAC"</a:t>
            </a:r>
          </a:p>
          <a:p>
            <a:r>
              <a:rPr lang="en-IN" sz="1600" dirty="0"/>
              <a:t>       └── Component3</a:t>
            </a:r>
          </a:p>
          <a:p>
            <a:r>
              <a:rPr lang="en-IN" sz="1600" dirty="0"/>
              <a:t>            └── </a:t>
            </a:r>
            <a:r>
              <a:rPr lang="en-IN" sz="1600" dirty="0" err="1"/>
              <a:t>useContext</a:t>
            </a:r>
            <a:r>
              <a:rPr lang="en-IN" sz="1600" dirty="0"/>
              <a:t>(</a:t>
            </a:r>
            <a:r>
              <a:rPr lang="en-IN" sz="1600" dirty="0" err="1"/>
              <a:t>UserContext</a:t>
            </a:r>
            <a:r>
              <a:rPr lang="en-IN" sz="1600" dirty="0"/>
              <a:t>) → "vita DAC"</a:t>
            </a:r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- Provider broadcasts the value ("vita DAC") to all descendants.</a:t>
            </a:r>
          </a:p>
          <a:p>
            <a:r>
              <a:rPr lang="en-IN" sz="1600" dirty="0"/>
              <a:t>- Any child can call </a:t>
            </a:r>
            <a:r>
              <a:rPr lang="en-IN" sz="1600" dirty="0" err="1"/>
              <a:t>useContext</a:t>
            </a:r>
            <a:r>
              <a:rPr lang="en-IN" sz="1600" dirty="0"/>
              <a:t>(</a:t>
            </a:r>
            <a:r>
              <a:rPr lang="en-IN" sz="1600" dirty="0" err="1"/>
              <a:t>UserContext</a:t>
            </a:r>
            <a:r>
              <a:rPr lang="en-IN" sz="1600" dirty="0"/>
              <a:t>) to read it.</a:t>
            </a:r>
          </a:p>
          <a:p>
            <a:r>
              <a:rPr lang="en-IN" sz="1600" dirty="0"/>
              <a:t>- No need to pass props manually.</a:t>
            </a:r>
          </a:p>
          <a:p>
            <a:endParaRPr lang="en-IN" sz="1600" dirty="0"/>
          </a:p>
          <a:p>
            <a:r>
              <a:rPr lang="en-IN" sz="1600" dirty="0"/>
              <a:t>2. React Router Outlet Context (</a:t>
            </a:r>
            <a:r>
              <a:rPr lang="en-IN" sz="1600" dirty="0" err="1"/>
              <a:t>useOutletContext</a:t>
            </a:r>
            <a:r>
              <a:rPr lang="en-IN" sz="1600" dirty="0"/>
              <a:t>)</a:t>
            </a:r>
          </a:p>
          <a:p>
            <a:r>
              <a:rPr lang="en-IN" sz="1600" dirty="0" err="1"/>
              <a:t>main.jsx</a:t>
            </a:r>
            <a:endParaRPr lang="en-IN" sz="1600" dirty="0"/>
          </a:p>
          <a:p>
            <a:r>
              <a:rPr lang="en-IN" sz="1600" dirty="0"/>
              <a:t> └── &lt;Route path="/" element={&lt;App /&gt;}&gt;</a:t>
            </a:r>
          </a:p>
          <a:p>
            <a:r>
              <a:rPr lang="en-IN" sz="1600" dirty="0"/>
              <a:t>       └── &lt;Route path="dashboard" element={&lt;Protected&gt;&lt;Dashboard/&gt;&lt;/Protected&gt;} /&gt;</a:t>
            </a:r>
          </a:p>
          <a:p>
            <a:endParaRPr lang="en-IN" sz="1600" dirty="0"/>
          </a:p>
          <a:p>
            <a:r>
              <a:rPr lang="en-IN" sz="1600" dirty="0" err="1"/>
              <a:t>App.jsx</a:t>
            </a:r>
            <a:endParaRPr lang="en-IN" sz="1600" dirty="0"/>
          </a:p>
          <a:p>
            <a:r>
              <a:rPr lang="en-IN" sz="1600" dirty="0"/>
              <a:t> └── &lt;Outlet context={{ </a:t>
            </a:r>
            <a:r>
              <a:rPr lang="en-IN" sz="1600" dirty="0" err="1"/>
              <a:t>isSignedIn</a:t>
            </a:r>
            <a:r>
              <a:rPr lang="en-IN" sz="1600" dirty="0"/>
              <a:t>: true }} /&gt;</a:t>
            </a:r>
          </a:p>
          <a:p>
            <a:endParaRPr lang="en-IN" sz="1600" dirty="0"/>
          </a:p>
          <a:p>
            <a:r>
              <a:rPr lang="en-IN" sz="1600" dirty="0" err="1"/>
              <a:t>Protected.jsx</a:t>
            </a:r>
            <a:endParaRPr lang="en-IN" sz="1600" dirty="0"/>
          </a:p>
          <a:p>
            <a:r>
              <a:rPr lang="en-IN" sz="1600" dirty="0"/>
              <a:t> └── </a:t>
            </a:r>
            <a:r>
              <a:rPr lang="en-IN" sz="1600" dirty="0" err="1"/>
              <a:t>useOutletContext</a:t>
            </a:r>
            <a:r>
              <a:rPr lang="en-IN" sz="1600" dirty="0"/>
              <a:t>() → { </a:t>
            </a:r>
            <a:r>
              <a:rPr lang="en-IN" sz="1600" dirty="0" err="1"/>
              <a:t>isSignedIn</a:t>
            </a:r>
            <a:r>
              <a:rPr lang="en-IN" sz="1600" dirty="0"/>
              <a:t>: true }</a:t>
            </a:r>
          </a:p>
          <a:p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0833B-41D1-695B-1190-4351BBB02FCE}"/>
              </a:ext>
            </a:extLst>
          </p:cNvPr>
          <p:cNvSpPr txBox="1"/>
          <p:nvPr/>
        </p:nvSpPr>
        <p:spPr>
          <a:xfrm>
            <a:off x="5884333" y="551290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Outlet is the placeholder for nested routes.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You pass context into &lt;Outlet context={...}&gt;.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Child routes (like Protected) call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useOutletContext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to access it.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Difference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React Context 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createContext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): Global, can span across any part of the component tree.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Outlet Context 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useOutletContext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): Local, tied specifically to nested routes in React Router.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Think of it like this: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Context Provider = a Wi-Fi router broadcasting values across your app.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Outlet Context = a walkie-talkie between parent and child routes only.</a:t>
            </a:r>
          </a:p>
        </p:txBody>
      </p:sp>
    </p:spTree>
    <p:extLst>
      <p:ext uri="{BB962C8B-B14F-4D97-AF65-F5344CB8AC3E}">
        <p14:creationId xmlns:p14="http://schemas.microsoft.com/office/powerpoint/2010/main" val="3087775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767</Words>
  <Application>Microsoft Office PowerPoint</Application>
  <PresentationFormat>Widescreen</PresentationFormat>
  <Paragraphs>102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4</cp:revision>
  <dcterms:created xsi:type="dcterms:W3CDTF">2025-12-10T14:20:20Z</dcterms:created>
  <dcterms:modified xsi:type="dcterms:W3CDTF">2025-12-10T15:14:49Z</dcterms:modified>
</cp:coreProperties>
</file>