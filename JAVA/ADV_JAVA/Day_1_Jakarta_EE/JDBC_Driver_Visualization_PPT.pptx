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JDBC Driver Registers with DriverManager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Visualization of Driver Class, Static Block, and DriverManager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of JDBC Driver 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572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Driver Class (e.g., com.mysql.cj.jdbc.Driver)</a:t>
            </a:r>
          </a:p>
          <a:p/>
          <a:p>
            <a:r>
              <a:t>- static block</a:t>
            </a:r>
          </a:p>
          <a:p>
            <a:r>
              <a:t>- connect()</a:t>
            </a:r>
          </a:p>
          <a:p>
            <a:r>
              <a:t>- acceptsURL()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Block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Java loads Driver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9144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Static block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3200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DriverManager.registerDriver(new Driver())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DriverManager Registered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48640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DriverManager</a:t>
            </a:r>
          </a:p>
          <a:p>
            <a:r>
              <a:t>------------------------------</a:t>
            </a:r>
          </a:p>
          <a:p>
            <a:r>
              <a:t>registeredDrivers[]</a:t>
            </a:r>
          </a:p>
          <a:p>
            <a:r>
              <a:t> - MySQL Driver</a:t>
            </a:r>
          </a:p>
          <a:p>
            <a:r>
              <a:t> - OracleDriver</a:t>
            </a:r>
          </a:p>
          <a:p>
            <a:r>
              <a:t> - PostgreSQL Driver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